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8" r:id="rId3"/>
    <p:sldId id="259" r:id="rId4"/>
    <p:sldId id="260"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ylvester the cat" userId="1743e092e060862b" providerId="LiveId" clId="{8AFA739A-CB33-482C-8F31-724F07BC1533}"/>
    <pc:docChg chg="delSld modSld">
      <pc:chgData name="Sylvester the cat" userId="1743e092e060862b" providerId="LiveId" clId="{8AFA739A-CB33-482C-8F31-724F07BC1533}" dt="2026-04-22T16:21:54.426" v="117" actId="2696"/>
      <pc:docMkLst>
        <pc:docMk/>
      </pc:docMkLst>
      <pc:sldChg chg="del">
        <pc:chgData name="Sylvester the cat" userId="1743e092e060862b" providerId="LiveId" clId="{8AFA739A-CB33-482C-8F31-724F07BC1533}" dt="2026-04-22T16:21:54.426" v="117" actId="2696"/>
        <pc:sldMkLst>
          <pc:docMk/>
          <pc:sldMk cId="2781009786" sldId="257"/>
        </pc:sldMkLst>
      </pc:sldChg>
      <pc:sldChg chg="modSp mod">
        <pc:chgData name="Sylvester the cat" userId="1743e092e060862b" providerId="LiveId" clId="{8AFA739A-CB33-482C-8F31-724F07BC1533}" dt="2026-04-19T16:06:07.939" v="12" actId="20577"/>
        <pc:sldMkLst>
          <pc:docMk/>
          <pc:sldMk cId="2272276210" sldId="259"/>
        </pc:sldMkLst>
        <pc:spChg chg="mod">
          <ac:chgData name="Sylvester the cat" userId="1743e092e060862b" providerId="LiveId" clId="{8AFA739A-CB33-482C-8F31-724F07BC1533}" dt="2026-04-19T16:06:07.939" v="12" actId="20577"/>
          <ac:spMkLst>
            <pc:docMk/>
            <pc:sldMk cId="2272276210" sldId="259"/>
            <ac:spMk id="2" creationId="{1929270D-CE28-17EB-405C-918ED2B6F5D2}"/>
          </ac:spMkLst>
        </pc:spChg>
      </pc:sldChg>
      <pc:sldChg chg="modSp mod">
        <pc:chgData name="Sylvester the cat" userId="1743e092e060862b" providerId="LiveId" clId="{8AFA739A-CB33-482C-8F31-724F07BC1533}" dt="2026-04-19T16:10:54.930" v="68" actId="20577"/>
        <pc:sldMkLst>
          <pc:docMk/>
          <pc:sldMk cId="3204185096" sldId="261"/>
        </pc:sldMkLst>
        <pc:spChg chg="mod">
          <ac:chgData name="Sylvester the cat" userId="1743e092e060862b" providerId="LiveId" clId="{8AFA739A-CB33-482C-8F31-724F07BC1533}" dt="2026-04-19T16:10:54.930" v="68" actId="20577"/>
          <ac:spMkLst>
            <pc:docMk/>
            <pc:sldMk cId="3204185096" sldId="261"/>
            <ac:spMk id="11" creationId="{D5F4CE6B-23C9-E8DA-21EC-02A58239BBF4}"/>
          </ac:spMkLst>
        </pc:spChg>
      </pc:sldChg>
      <pc:sldChg chg="modSp mod">
        <pc:chgData name="Sylvester the cat" userId="1743e092e060862b" providerId="LiveId" clId="{8AFA739A-CB33-482C-8F31-724F07BC1533}" dt="2026-04-19T16:13:18.284" v="116" actId="20577"/>
        <pc:sldMkLst>
          <pc:docMk/>
          <pc:sldMk cId="2063988386" sldId="262"/>
        </pc:sldMkLst>
        <pc:spChg chg="mod">
          <ac:chgData name="Sylvester the cat" userId="1743e092e060862b" providerId="LiveId" clId="{8AFA739A-CB33-482C-8F31-724F07BC1533}" dt="2026-04-19T16:13:18.284" v="116" actId="20577"/>
          <ac:spMkLst>
            <pc:docMk/>
            <pc:sldMk cId="2063988386" sldId="262"/>
            <ac:spMk id="3" creationId="{41D24883-B15E-98C2-9EE3-0A7730C0240F}"/>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8T16:26:59.917"/>
    </inkml:context>
    <inkml:brush xml:id="br0">
      <inkml:brushProperty name="width" value="0.035" units="cm"/>
      <inkml:brushProperty name="height" value="0.035" units="cm"/>
      <inkml:brushProperty name="color" value="#E71224"/>
    </inkml:brush>
  </inkml:definitions>
  <inkml:trace contextRef="#ctx0" brushRef="#br0">6 1762 24575,'4'3'0,"0"0"0,0 0 0,0-1 0,1 0 0,-1 0 0,1 0 0,0 0 0,0 0 0,-1-1 0,1 0 0,0 0 0,7 0 0,69 0 0,-53-1 0,-9 0 0,1 0 0,-1-2 0,1 0 0,-1-1 0,0-1 0,21-7 0,-27 5 0,0 1 0,0-2 0,0 0 0,-1 0 0,0-1 0,-1-1 0,0 0 0,0 0 0,10-13 0,26-25 0,-30 31 0,0-1 0,-1-1 0,-1 0 0,0-2 0,13-23 0,93-213 0,-102 204 0,-3-1 0,18-106 0,-1 5 0,-23 111 0,-2-1 0,-2 0 0,0-49 0,-8-136 0,-2 77 0,5-65 0,-3 215 0,-1 7 0,-8 18 0,-9 28 0,5 0 0,-16 42 0,28-85 0,-1-1 0,0 0 0,0 0 0,0 0 0,-1 0 0,0-1 0,-1 1 0,1-1 0,-10 7 0,-28 25 0,1 1 0,2 3 0,2 1 0,1 2 0,-51 83 0,74-106 0,-1 0 0,-1-1 0,0 0 0,-2-2 0,-1 0 0,0-1 0,-1 0 0,-1-2 0,0-1 0,-25 14 0,-6-1-57,34-17-161,1-1 0,-2-1 0,1-1 0,-1 0 0,-28 6 0,18-8-6608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16:11:45.777"/>
    </inkml:context>
    <inkml:brush xml:id="br0">
      <inkml:brushProperty name="width" value="0.035" units="cm"/>
      <inkml:brushProperty name="height" value="0.035" units="cm"/>
      <inkml:brushProperty name="color" value="#E71224"/>
    </inkml:brush>
  </inkml:definitions>
  <inkml:trace contextRef="#ctx0" brushRef="#br0">715 1913 24575,'-16'0'0,"-37"1"0,-54-9 0,91 7 0,0-2 0,1 0 0,0-1 0,-1-1 0,2 0 0,-1-1 0,1-1 0,-15-8 0,16 6 0,-1 1 0,0 0 0,-1 1 0,0 1 0,-16-5 0,24 8 0,0 0 0,0 0 0,1-1 0,0 0 0,-1 0 0,1-1 0,1 0 0,-1 0 0,1 0 0,0-1 0,0 0 0,0 0 0,1 0 0,0 0 0,0-1 0,-5-11 0,-4-11 0,2 0 0,-14-51 0,-29-166 0,42 182 0,3 0 0,2-1 0,3-84 0,2 28 0,-24-104 0,1-8 0,25-104 0,1 332 0,3-33 0,-4 37 0,0-1 0,0 1 0,1-1 0,-1 1 0,0 0 0,1 0 0,-1-1 0,1 1 0,-1 0 0,1-1 0,-1 1 0,1 0 0,0 0 0,0 0 0,0 0 0,0 0 0,0 0 0,0 0 0,0 0 0,0 0 0,1-1 0,-1 3 0,0-1 0,0 0 0,0 1 0,0-1 0,0 0 0,0 1 0,0-1 0,0 1 0,0 0 0,-1-1 0,1 1 0,0 0 0,0-1 0,-1 1 0,1 0 0,0 0 0,-1 0 0,1-1 0,-1 1 0,1 0 0,-1 0 0,0 0 0,1 0 0,-1 0 0,0 0 0,1 0 0,-1 0 0,0 0 0,0 2 0,7 36 0,-7-36 0,11 135 0,3 22 0,-10-136 0,1-1 0,1 0 0,0-1 0,19 40 0,143 259 0,-144-278 0,3-1 0,1-1 0,2-1 0,43 43 0,-23-33 60,63 49 0,-90-82-308,0-1 1,1-1-1,1-1 1,1-1-1,44 16 1,-34-18-6579</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16:11:50.270"/>
    </inkml:context>
    <inkml:brush xml:id="br0">
      <inkml:brushProperty name="width" value="0.035" units="cm"/>
      <inkml:brushProperty name="height" value="0.035" units="cm"/>
      <inkml:brushProperty name="color" value="#E71224"/>
    </inkml:brush>
  </inkml:definitions>
  <inkml:trace contextRef="#ctx0" brushRef="#br0">181 1587 24575,'0'-7'0,"2"0"0,-1-1 0,1 1 0,0 0 0,0 0 0,1 0 0,0 0 0,0 0 0,0 1 0,1 0 0,8-11 0,55-61 0,-63 74 0,6-5 0,-1-1 0,0 0 0,0 0 0,-1 0 0,-1-1 0,1-1 0,-2 1 0,0-1 0,0 0 0,-1-1 0,-1 1 0,6-24 0,1-15 0,30-79 0,-25 87 0,-2 0 0,13-79 0,-22 93 0,18-54 0,-15 58 0,-2 0 0,8-51 0,-7-1 0,18-89 0,-18 143 0,0 1 0,15-30 0,9-26 0,-19 35 0,8-56 0,-20 94 0,1 1 0,0 0 0,0-1 0,0 1 0,1 0 0,-1 0 0,1 0 0,0 0 0,0 0 0,3-4 0,-4 8 0,-1-1 0,1 1 0,-1-1 0,1 0 0,0 1 0,0-1 0,-1 1 0,1-1 0,0 1 0,0 0 0,0-1 0,-1 1 0,1 0 0,0 0 0,0-1 0,0 1 0,0 0 0,0 0 0,-1 0 0,3 0 0,-1 1 0,0-1 0,0 1 0,-1 0 0,1-1 0,0 1 0,0 0 0,0 0 0,-1 0 0,1 1 0,-1-1 0,1 0 0,2 3 0,2 4 0,1 0 0,-2-1 0,1 2 0,-1-1 0,0 1 0,-1 0 0,0 0 0,4 11 0,19 85 0,-7-22 0,6 12 0,13 97 0,-22-96 0,-7-54 0,17 44 0,-17-58 0,-1 0 0,-1 0 0,-2 1 0,5 50 0,3 44 0,1 9 0,-15-117 0,0 0 0,0 1 0,-2-1 0,0 1 0,0-1 0,-6 17 0,-6 8 0,-1-1 0,-2-1 0,-24 41 0,15-43 0,-1-1 0,-2-2 0,-1-1 0,-38 32 0,29-28 0,18-19 0,0-1 0,-1 0 0,-1-2 0,-31 15 0,27-16 0,1 2 0,1 1 0,-29 23 0,27-18 0,-1-1 0,0-2 0,-1 0 0,-33 12 0,-45 13 86,63-27-811,-45 24-1,64-27-6100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16:11:54.089"/>
    </inkml:context>
    <inkml:brush xml:id="br0">
      <inkml:brushProperty name="width" value="0.035" units="cm"/>
      <inkml:brushProperty name="height" value="0.035" units="cm"/>
      <inkml:brushProperty name="color" value="#E71224"/>
    </inkml:brush>
  </inkml:definitions>
  <inkml:trace contextRef="#ctx0" brushRef="#br0">878 1612 24575,'-19'0'0,"-37"-1"0,-1 2 0,1 3 0,-97 19 0,130-19 0,0 0 0,0-2 0,-1 0 0,1-2 0,-1 0 0,1-2 0,0-1 0,0 0 0,0-2 0,0 0 0,-28-12 0,44 14 0,0 1 0,1-1 0,-1 0 0,1-1 0,0 1 0,0-1 0,0-1 0,1 1 0,-1-1 0,1 0 0,0 0 0,1 0 0,-1-1 0,1 1 0,0-1 0,0 0 0,1-1 0,0 1 0,-5-14 0,2-3 0,1-1 0,1 0 0,0 0 0,1-36 0,-2-16 0,-3 27 0,-17-55 0,15 65 0,1 1 0,-7-80 0,4-48 0,-1-51 0,11 140 0,1 17 0,10-112 0,-6 158 0,0 1 0,1-1 0,0 1 0,1 0 0,0 1 0,1-1 0,1 1 0,0 0 0,0 1 0,2 0 0,-1 0 0,1 0 0,1 1 0,-1 1 0,2 0 0,-1 0 0,1 1 0,1 0 0,17-9 0,-27 16 0,0 0 0,1 0 0,-1 0 0,0 0 0,1 1 0,-1-1 0,1 1 0,-1-1 0,1 1 0,-1 0 0,1 0 0,-1 0 0,1 0 0,-1 0 0,1 1 0,-1-1 0,1 1 0,-1-1 0,0 1 0,1 0 0,-1 0 0,3 2 0,-2-1 0,0 1 0,-1 0 0,1-1 0,-1 1 0,0 0 0,0 0 0,0 0 0,0 0 0,-1 1 0,1-1 0,-1 0 0,0 1 0,2 5 0,0 12 0,0 0 0,-1-1 0,-1 1 0,-2 25 0,1-41 0,0 17 0,2 1 0,0-1 0,2 0 0,0 0 0,2 0 0,0-1 0,18 40 0,-9-29 0,1 0 0,2-1 0,1-1 0,28 34 0,-34-49 0,1-1 0,0 0 0,1-1 0,1-1 0,0 0 0,0-2 0,1 1 0,27 11 0,7-1 0,94 24 0,-26-3-1365,-87-32-5461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16:11:57.680"/>
    </inkml:context>
    <inkml:brush xml:id="br0">
      <inkml:brushProperty name="width" value="0.035" units="cm"/>
      <inkml:brushProperty name="height" value="0.035" units="cm"/>
      <inkml:brushProperty name="color" value="#E71224"/>
    </inkml:brush>
  </inkml:definitions>
  <inkml:trace contextRef="#ctx0" brushRef="#br0">46 1064 24575,'95'3'0,"-46"-1"0,-1-1 0,85-11 0,-123 7 0,1 0 0,-1-1 0,-1 0 0,1 0 0,0-1 0,-1 0 0,0-1 0,0 0 0,-1 0 0,0-1 0,0 0 0,0-1 0,-1 0 0,0 0 0,7-10 0,9-17 0,-1-1 0,25-54 0,-41 77 0,11-26 0,23-80 0,-5 9 0,-28 91 0,-1-1 0,-1 0 0,-1 0 0,-1 0 0,1-22 0,-5-105 0,-1 72 0,2 63 0,-1 0 0,-1 0 0,0 1 0,0-1 0,-1 1 0,0 0 0,-1 0 0,-1 0 0,1 0 0,-2 0 0,-11-16 0,17 27 0,0 0 0,0 0 0,0 1 0,0-1 0,0 0 0,0 0 0,0 0 0,0 1 0,0-1 0,0 0 0,0 0 0,-1 0 0,1 1 0,0-1 0,0 0 0,0 0 0,0 0 0,0 0 0,-1 0 0,1 1 0,0-1 0,0 0 0,0 0 0,-1 0 0,1 0 0,0 0 0,0 0 0,0 0 0,-1 0 0,1 0 0,0 0 0,0 0 0,0 0 0,-1 0 0,1 0 0,0 0 0,0 0 0,-1 0 0,1 0 0,0 0 0,0 0 0,0 0 0,-1 0 0,1 0 0,0 0 0,0 0 0,0 0 0,-1 0 0,1-1 0,0 1 0,2 23 0,59 199 0,-42-167 0,-3 1 0,-2 1 0,-3 0 0,4 60 0,-12-90 0,1 1 0,1-1 0,10 28 0,-8-28 0,0-1 0,-2 1 0,2 31 0,-7-49 0,2 42 0,11 64 0,-8-87 0,-2 0 0,-1 1 0,-1-1 0,-1 0 0,-6 36 0,5-53 0,0-1 0,-1 0 0,0 0 0,-1 0 0,0-1 0,-1 1 0,0-1 0,-1 1 0,1-1 0,-2-1 0,1 1 0,-1-1 0,-1 0 0,1 0 0,-1 0 0,-1-1 0,-14 11 0,3-5 0,-1 0 0,-1-2 0,0 0 0,0-1 0,-1-1 0,-1-2 0,-32 8 0,19-7 0,-41 14 0,-20 5 0,25-11-106,12-2-314,-1-3 1,-98 6-1,132-17-6406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03A0D-D9F4-4C00-AD17-5F8854DFC6A5}" type="datetimeFigureOut">
              <a:rPr lang="en-US" smtClean="0"/>
              <a:t>4/22/2026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3659CA-E039-4FC8-ACCB-EF33E9A43973}" type="slidenum">
              <a:rPr lang="en-US" smtClean="0"/>
              <a:t>‹#›</a:t>
            </a:fld>
            <a:endParaRPr lang="en-US"/>
          </a:p>
        </p:txBody>
      </p:sp>
    </p:spTree>
    <p:extLst>
      <p:ext uri="{BB962C8B-B14F-4D97-AF65-F5344CB8AC3E}">
        <p14:creationId xmlns:p14="http://schemas.microsoft.com/office/powerpoint/2010/main" val="74402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3659CA-E039-4FC8-ACCB-EF33E9A43973}" type="slidenum">
              <a:rPr lang="en-US" smtClean="0"/>
              <a:t>5</a:t>
            </a:fld>
            <a:endParaRPr lang="en-US"/>
          </a:p>
        </p:txBody>
      </p:sp>
    </p:spTree>
    <p:extLst>
      <p:ext uri="{BB962C8B-B14F-4D97-AF65-F5344CB8AC3E}">
        <p14:creationId xmlns:p14="http://schemas.microsoft.com/office/powerpoint/2010/main" val="15356409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27735-B161-33EA-4502-795482E02E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24AD012-6B20-71E8-A29D-E1D622A9EC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ADE459A-6694-ABBE-3163-17E1FBAEB610}"/>
              </a:ext>
            </a:extLst>
          </p:cNvPr>
          <p:cNvSpPr>
            <a:spLocks noGrp="1"/>
          </p:cNvSpPr>
          <p:nvPr>
            <p:ph type="dt" sz="half" idx="10"/>
          </p:nvPr>
        </p:nvSpPr>
        <p:spPr/>
        <p:txBody>
          <a:bodyPr/>
          <a:lstStyle/>
          <a:p>
            <a:fld id="{866DDBA3-027D-4801-9CF4-188BB3DF92F1}" type="datetimeFigureOut">
              <a:rPr lang="en-US" smtClean="0"/>
              <a:t>4/22/2026</a:t>
            </a:fld>
            <a:endParaRPr lang="en-US"/>
          </a:p>
        </p:txBody>
      </p:sp>
      <p:sp>
        <p:nvSpPr>
          <p:cNvPr id="5" name="Footer Placeholder 4">
            <a:extLst>
              <a:ext uri="{FF2B5EF4-FFF2-40B4-BE49-F238E27FC236}">
                <a16:creationId xmlns:a16="http://schemas.microsoft.com/office/drawing/2014/main" id="{88765E76-F96E-A929-0133-0D01476CA2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55DEE7-37F5-08E2-560C-C00F38BCBFD4}"/>
              </a:ext>
            </a:extLst>
          </p:cNvPr>
          <p:cNvSpPr>
            <a:spLocks noGrp="1"/>
          </p:cNvSpPr>
          <p:nvPr>
            <p:ph type="sldNum" sz="quarter" idx="12"/>
          </p:nvPr>
        </p:nvSpPr>
        <p:spPr/>
        <p:txBody>
          <a:bodyPr/>
          <a:lstStyle/>
          <a:p>
            <a:fld id="{17EF5100-ACBE-4475-83DD-38C6E806B5D8}" type="slidenum">
              <a:rPr lang="en-US" smtClean="0"/>
              <a:t>‹#›</a:t>
            </a:fld>
            <a:endParaRPr lang="en-US"/>
          </a:p>
        </p:txBody>
      </p:sp>
    </p:spTree>
    <p:extLst>
      <p:ext uri="{BB962C8B-B14F-4D97-AF65-F5344CB8AC3E}">
        <p14:creationId xmlns:p14="http://schemas.microsoft.com/office/powerpoint/2010/main" val="169940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E99EC-C362-4273-9935-9BC89E4D9B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19B7F3-4AB0-6BEB-CF34-6BA2ECE304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A00DB-D2FF-F4BA-3AEB-198156A46805}"/>
              </a:ext>
            </a:extLst>
          </p:cNvPr>
          <p:cNvSpPr>
            <a:spLocks noGrp="1"/>
          </p:cNvSpPr>
          <p:nvPr>
            <p:ph type="dt" sz="half" idx="10"/>
          </p:nvPr>
        </p:nvSpPr>
        <p:spPr/>
        <p:txBody>
          <a:bodyPr/>
          <a:lstStyle/>
          <a:p>
            <a:fld id="{866DDBA3-027D-4801-9CF4-188BB3DF92F1}" type="datetimeFigureOut">
              <a:rPr lang="en-US" smtClean="0"/>
              <a:t>4/22/2026</a:t>
            </a:fld>
            <a:endParaRPr lang="en-US"/>
          </a:p>
        </p:txBody>
      </p:sp>
      <p:sp>
        <p:nvSpPr>
          <p:cNvPr id="5" name="Footer Placeholder 4">
            <a:extLst>
              <a:ext uri="{FF2B5EF4-FFF2-40B4-BE49-F238E27FC236}">
                <a16:creationId xmlns:a16="http://schemas.microsoft.com/office/drawing/2014/main" id="{2A9685E8-6D58-5187-FBCB-3F34E96684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031EAA-8FE0-098C-BF6F-EDA745DA72E8}"/>
              </a:ext>
            </a:extLst>
          </p:cNvPr>
          <p:cNvSpPr>
            <a:spLocks noGrp="1"/>
          </p:cNvSpPr>
          <p:nvPr>
            <p:ph type="sldNum" sz="quarter" idx="12"/>
          </p:nvPr>
        </p:nvSpPr>
        <p:spPr/>
        <p:txBody>
          <a:bodyPr/>
          <a:lstStyle/>
          <a:p>
            <a:fld id="{17EF5100-ACBE-4475-83DD-38C6E806B5D8}" type="slidenum">
              <a:rPr lang="en-US" smtClean="0"/>
              <a:t>‹#›</a:t>
            </a:fld>
            <a:endParaRPr lang="en-US"/>
          </a:p>
        </p:txBody>
      </p:sp>
    </p:spTree>
    <p:extLst>
      <p:ext uri="{BB962C8B-B14F-4D97-AF65-F5344CB8AC3E}">
        <p14:creationId xmlns:p14="http://schemas.microsoft.com/office/powerpoint/2010/main" val="17851683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FE126-1968-8AC3-F0CE-1BF327C00D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A487C72-0B99-C5BA-A535-8EFA62DD3C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480B73A-78E7-CEBB-52C7-D7EF0A161D8C}"/>
              </a:ext>
            </a:extLst>
          </p:cNvPr>
          <p:cNvSpPr>
            <a:spLocks noGrp="1"/>
          </p:cNvSpPr>
          <p:nvPr>
            <p:ph type="dt" sz="half" idx="10"/>
          </p:nvPr>
        </p:nvSpPr>
        <p:spPr/>
        <p:txBody>
          <a:bodyPr/>
          <a:lstStyle/>
          <a:p>
            <a:fld id="{866DDBA3-027D-4801-9CF4-188BB3DF92F1}" type="datetimeFigureOut">
              <a:rPr lang="en-US" smtClean="0"/>
              <a:t>4/22/2026</a:t>
            </a:fld>
            <a:endParaRPr lang="en-US"/>
          </a:p>
        </p:txBody>
      </p:sp>
      <p:sp>
        <p:nvSpPr>
          <p:cNvPr id="5" name="Footer Placeholder 4">
            <a:extLst>
              <a:ext uri="{FF2B5EF4-FFF2-40B4-BE49-F238E27FC236}">
                <a16:creationId xmlns:a16="http://schemas.microsoft.com/office/drawing/2014/main" id="{1CC33E5B-AF19-4BF4-E4D5-735A89E46E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248E83-AF86-A1A7-855F-69E31ECB7D6F}"/>
              </a:ext>
            </a:extLst>
          </p:cNvPr>
          <p:cNvSpPr>
            <a:spLocks noGrp="1"/>
          </p:cNvSpPr>
          <p:nvPr>
            <p:ph type="sldNum" sz="quarter" idx="12"/>
          </p:nvPr>
        </p:nvSpPr>
        <p:spPr/>
        <p:txBody>
          <a:bodyPr/>
          <a:lstStyle/>
          <a:p>
            <a:fld id="{17EF5100-ACBE-4475-83DD-38C6E806B5D8}" type="slidenum">
              <a:rPr lang="en-US" smtClean="0"/>
              <a:t>‹#›</a:t>
            </a:fld>
            <a:endParaRPr lang="en-US"/>
          </a:p>
        </p:txBody>
      </p:sp>
    </p:spTree>
    <p:extLst>
      <p:ext uri="{BB962C8B-B14F-4D97-AF65-F5344CB8AC3E}">
        <p14:creationId xmlns:p14="http://schemas.microsoft.com/office/powerpoint/2010/main" val="2671724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178FD-5ABA-D23A-9957-AF607493BD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9A9C19-1CB7-6B94-C4FD-66544F54CA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CCE7FFF-FC3F-A77C-4D8D-EF16D40102B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611B194-65F4-D815-144C-F4AC281FAB91}"/>
              </a:ext>
            </a:extLst>
          </p:cNvPr>
          <p:cNvSpPr>
            <a:spLocks noGrp="1"/>
          </p:cNvSpPr>
          <p:nvPr>
            <p:ph type="dt" sz="half" idx="10"/>
          </p:nvPr>
        </p:nvSpPr>
        <p:spPr/>
        <p:txBody>
          <a:bodyPr/>
          <a:lstStyle/>
          <a:p>
            <a:fld id="{866DDBA3-027D-4801-9CF4-188BB3DF92F1}" type="datetimeFigureOut">
              <a:rPr lang="en-US" smtClean="0"/>
              <a:t>4/22/2026</a:t>
            </a:fld>
            <a:endParaRPr lang="en-US"/>
          </a:p>
        </p:txBody>
      </p:sp>
      <p:sp>
        <p:nvSpPr>
          <p:cNvPr id="6" name="Footer Placeholder 5">
            <a:extLst>
              <a:ext uri="{FF2B5EF4-FFF2-40B4-BE49-F238E27FC236}">
                <a16:creationId xmlns:a16="http://schemas.microsoft.com/office/drawing/2014/main" id="{2B106B38-2CCE-A3BC-6080-B06F2EBD43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987FF6-CE35-9DF1-DB9D-C74D5E67C94D}"/>
              </a:ext>
            </a:extLst>
          </p:cNvPr>
          <p:cNvSpPr>
            <a:spLocks noGrp="1"/>
          </p:cNvSpPr>
          <p:nvPr>
            <p:ph type="sldNum" sz="quarter" idx="12"/>
          </p:nvPr>
        </p:nvSpPr>
        <p:spPr/>
        <p:txBody>
          <a:bodyPr/>
          <a:lstStyle/>
          <a:p>
            <a:fld id="{17EF5100-ACBE-4475-83DD-38C6E806B5D8}" type="slidenum">
              <a:rPr lang="en-US" smtClean="0"/>
              <a:t>‹#›</a:t>
            </a:fld>
            <a:endParaRPr lang="en-US"/>
          </a:p>
        </p:txBody>
      </p:sp>
    </p:spTree>
    <p:extLst>
      <p:ext uri="{BB962C8B-B14F-4D97-AF65-F5344CB8AC3E}">
        <p14:creationId xmlns:p14="http://schemas.microsoft.com/office/powerpoint/2010/main" val="671201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4BC57-6372-6B78-23CD-2360B428A9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103AA65-7058-1516-7C1C-7AE3D8D655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82B58D-7C22-8596-3E02-BCFBD3F617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23129E-8196-C9EE-BC05-FD7648D9E4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04982F-DD6E-3800-8B95-B0C89CF854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074068F-49D9-B3DC-CBD1-B30B85FB499F}"/>
              </a:ext>
            </a:extLst>
          </p:cNvPr>
          <p:cNvSpPr>
            <a:spLocks noGrp="1"/>
          </p:cNvSpPr>
          <p:nvPr>
            <p:ph type="dt" sz="half" idx="10"/>
          </p:nvPr>
        </p:nvSpPr>
        <p:spPr/>
        <p:txBody>
          <a:bodyPr/>
          <a:lstStyle/>
          <a:p>
            <a:fld id="{866DDBA3-027D-4801-9CF4-188BB3DF92F1}" type="datetimeFigureOut">
              <a:rPr lang="en-US" smtClean="0"/>
              <a:t>4/22/2026</a:t>
            </a:fld>
            <a:endParaRPr lang="en-US"/>
          </a:p>
        </p:txBody>
      </p:sp>
      <p:sp>
        <p:nvSpPr>
          <p:cNvPr id="8" name="Footer Placeholder 7">
            <a:extLst>
              <a:ext uri="{FF2B5EF4-FFF2-40B4-BE49-F238E27FC236}">
                <a16:creationId xmlns:a16="http://schemas.microsoft.com/office/drawing/2014/main" id="{6F46946A-031C-345C-AA30-A6F0E7CF471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FDC3DC-0A7E-7923-4F92-5F37619D97C8}"/>
              </a:ext>
            </a:extLst>
          </p:cNvPr>
          <p:cNvSpPr>
            <a:spLocks noGrp="1"/>
          </p:cNvSpPr>
          <p:nvPr>
            <p:ph type="sldNum" sz="quarter" idx="12"/>
          </p:nvPr>
        </p:nvSpPr>
        <p:spPr/>
        <p:txBody>
          <a:bodyPr/>
          <a:lstStyle/>
          <a:p>
            <a:fld id="{17EF5100-ACBE-4475-83DD-38C6E806B5D8}" type="slidenum">
              <a:rPr lang="en-US" smtClean="0"/>
              <a:t>‹#›</a:t>
            </a:fld>
            <a:endParaRPr lang="en-US"/>
          </a:p>
        </p:txBody>
      </p:sp>
    </p:spTree>
    <p:extLst>
      <p:ext uri="{BB962C8B-B14F-4D97-AF65-F5344CB8AC3E}">
        <p14:creationId xmlns:p14="http://schemas.microsoft.com/office/powerpoint/2010/main" val="10155212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CEFB2-BB63-8128-8F67-B808B75E855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A941332-A16F-E830-2861-C85A7C6329CC}"/>
              </a:ext>
            </a:extLst>
          </p:cNvPr>
          <p:cNvSpPr>
            <a:spLocks noGrp="1"/>
          </p:cNvSpPr>
          <p:nvPr>
            <p:ph type="dt" sz="half" idx="10"/>
          </p:nvPr>
        </p:nvSpPr>
        <p:spPr/>
        <p:txBody>
          <a:bodyPr/>
          <a:lstStyle/>
          <a:p>
            <a:fld id="{866DDBA3-027D-4801-9CF4-188BB3DF92F1}" type="datetimeFigureOut">
              <a:rPr lang="en-US" smtClean="0"/>
              <a:t>4/22/2026</a:t>
            </a:fld>
            <a:endParaRPr lang="en-US"/>
          </a:p>
        </p:txBody>
      </p:sp>
      <p:sp>
        <p:nvSpPr>
          <p:cNvPr id="4" name="Footer Placeholder 3">
            <a:extLst>
              <a:ext uri="{FF2B5EF4-FFF2-40B4-BE49-F238E27FC236}">
                <a16:creationId xmlns:a16="http://schemas.microsoft.com/office/drawing/2014/main" id="{E3260D43-4BC6-5D2F-80AF-9BD55A15CA3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47ACA7-1A51-FEDC-A690-2F1790CC795C}"/>
              </a:ext>
            </a:extLst>
          </p:cNvPr>
          <p:cNvSpPr>
            <a:spLocks noGrp="1"/>
          </p:cNvSpPr>
          <p:nvPr>
            <p:ph type="sldNum" sz="quarter" idx="12"/>
          </p:nvPr>
        </p:nvSpPr>
        <p:spPr/>
        <p:txBody>
          <a:bodyPr/>
          <a:lstStyle/>
          <a:p>
            <a:fld id="{17EF5100-ACBE-4475-83DD-38C6E806B5D8}" type="slidenum">
              <a:rPr lang="en-US" smtClean="0"/>
              <a:t>‹#›</a:t>
            </a:fld>
            <a:endParaRPr lang="en-US"/>
          </a:p>
        </p:txBody>
      </p:sp>
    </p:spTree>
    <p:extLst>
      <p:ext uri="{BB962C8B-B14F-4D97-AF65-F5344CB8AC3E}">
        <p14:creationId xmlns:p14="http://schemas.microsoft.com/office/powerpoint/2010/main" val="350424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3CDDDF-A079-AF2F-CA1E-B097F2F72B83}"/>
              </a:ext>
            </a:extLst>
          </p:cNvPr>
          <p:cNvSpPr>
            <a:spLocks noGrp="1"/>
          </p:cNvSpPr>
          <p:nvPr>
            <p:ph type="dt" sz="half" idx="10"/>
          </p:nvPr>
        </p:nvSpPr>
        <p:spPr/>
        <p:txBody>
          <a:bodyPr/>
          <a:lstStyle/>
          <a:p>
            <a:fld id="{866DDBA3-027D-4801-9CF4-188BB3DF92F1}" type="datetimeFigureOut">
              <a:rPr lang="en-US" smtClean="0"/>
              <a:t>4/22/2026</a:t>
            </a:fld>
            <a:endParaRPr lang="en-US"/>
          </a:p>
        </p:txBody>
      </p:sp>
      <p:sp>
        <p:nvSpPr>
          <p:cNvPr id="3" name="Footer Placeholder 2">
            <a:extLst>
              <a:ext uri="{FF2B5EF4-FFF2-40B4-BE49-F238E27FC236}">
                <a16:creationId xmlns:a16="http://schemas.microsoft.com/office/drawing/2014/main" id="{053ADA6C-C50F-BF61-B10A-21C73BF93C7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1BF939-4722-FFC4-8373-50913C762D92}"/>
              </a:ext>
            </a:extLst>
          </p:cNvPr>
          <p:cNvSpPr>
            <a:spLocks noGrp="1"/>
          </p:cNvSpPr>
          <p:nvPr>
            <p:ph type="sldNum" sz="quarter" idx="12"/>
          </p:nvPr>
        </p:nvSpPr>
        <p:spPr/>
        <p:txBody>
          <a:bodyPr/>
          <a:lstStyle/>
          <a:p>
            <a:fld id="{17EF5100-ACBE-4475-83DD-38C6E806B5D8}" type="slidenum">
              <a:rPr lang="en-US" smtClean="0"/>
              <a:t>‹#›</a:t>
            </a:fld>
            <a:endParaRPr lang="en-US"/>
          </a:p>
        </p:txBody>
      </p:sp>
    </p:spTree>
    <p:extLst>
      <p:ext uri="{BB962C8B-B14F-4D97-AF65-F5344CB8AC3E}">
        <p14:creationId xmlns:p14="http://schemas.microsoft.com/office/powerpoint/2010/main" val="2822180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6C370-B765-25AF-C44A-267BFE15F6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E74C8F5-A0B6-7F03-D248-D771B1FBF9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7F1A99-D084-5A41-74C4-343CBAC448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174E8F-BB6B-6008-9FBA-04A71EA01640}"/>
              </a:ext>
            </a:extLst>
          </p:cNvPr>
          <p:cNvSpPr>
            <a:spLocks noGrp="1"/>
          </p:cNvSpPr>
          <p:nvPr>
            <p:ph type="dt" sz="half" idx="10"/>
          </p:nvPr>
        </p:nvSpPr>
        <p:spPr/>
        <p:txBody>
          <a:bodyPr/>
          <a:lstStyle/>
          <a:p>
            <a:fld id="{866DDBA3-027D-4801-9CF4-188BB3DF92F1}" type="datetimeFigureOut">
              <a:rPr lang="en-US" smtClean="0"/>
              <a:t>4/22/2026</a:t>
            </a:fld>
            <a:endParaRPr lang="en-US"/>
          </a:p>
        </p:txBody>
      </p:sp>
      <p:sp>
        <p:nvSpPr>
          <p:cNvPr id="6" name="Footer Placeholder 5">
            <a:extLst>
              <a:ext uri="{FF2B5EF4-FFF2-40B4-BE49-F238E27FC236}">
                <a16:creationId xmlns:a16="http://schemas.microsoft.com/office/drawing/2014/main" id="{BED26FF3-4FB2-AFE9-3635-8DDFF8AD94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AEEB39-68DB-EDC9-1540-DE9B3A5F637A}"/>
              </a:ext>
            </a:extLst>
          </p:cNvPr>
          <p:cNvSpPr>
            <a:spLocks noGrp="1"/>
          </p:cNvSpPr>
          <p:nvPr>
            <p:ph type="sldNum" sz="quarter" idx="12"/>
          </p:nvPr>
        </p:nvSpPr>
        <p:spPr/>
        <p:txBody>
          <a:bodyPr/>
          <a:lstStyle/>
          <a:p>
            <a:fld id="{17EF5100-ACBE-4475-83DD-38C6E806B5D8}" type="slidenum">
              <a:rPr lang="en-US" smtClean="0"/>
              <a:t>‹#›</a:t>
            </a:fld>
            <a:endParaRPr lang="en-US"/>
          </a:p>
        </p:txBody>
      </p:sp>
    </p:spTree>
    <p:extLst>
      <p:ext uri="{BB962C8B-B14F-4D97-AF65-F5344CB8AC3E}">
        <p14:creationId xmlns:p14="http://schemas.microsoft.com/office/powerpoint/2010/main" val="222967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F1F60-0D5B-13DC-336A-EF8D983907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82C3144-D3C2-9F7C-65D9-D21C9FBC7C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1C747BF-70D8-2642-29F7-BE2F38D518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A81F47-4B28-1982-A39F-7BDE151952C7}"/>
              </a:ext>
            </a:extLst>
          </p:cNvPr>
          <p:cNvSpPr>
            <a:spLocks noGrp="1"/>
          </p:cNvSpPr>
          <p:nvPr>
            <p:ph type="dt" sz="half" idx="10"/>
          </p:nvPr>
        </p:nvSpPr>
        <p:spPr/>
        <p:txBody>
          <a:bodyPr/>
          <a:lstStyle/>
          <a:p>
            <a:fld id="{866DDBA3-027D-4801-9CF4-188BB3DF92F1}" type="datetimeFigureOut">
              <a:rPr lang="en-US" smtClean="0"/>
              <a:t>4/22/2026</a:t>
            </a:fld>
            <a:endParaRPr lang="en-US"/>
          </a:p>
        </p:txBody>
      </p:sp>
      <p:sp>
        <p:nvSpPr>
          <p:cNvPr id="6" name="Footer Placeholder 5">
            <a:extLst>
              <a:ext uri="{FF2B5EF4-FFF2-40B4-BE49-F238E27FC236}">
                <a16:creationId xmlns:a16="http://schemas.microsoft.com/office/drawing/2014/main" id="{5C7E675B-BB5A-668F-7537-0CD4156C86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A3EB67-02F4-8940-8D0E-2A35B79C6CBC}"/>
              </a:ext>
            </a:extLst>
          </p:cNvPr>
          <p:cNvSpPr>
            <a:spLocks noGrp="1"/>
          </p:cNvSpPr>
          <p:nvPr>
            <p:ph type="sldNum" sz="quarter" idx="12"/>
          </p:nvPr>
        </p:nvSpPr>
        <p:spPr/>
        <p:txBody>
          <a:bodyPr/>
          <a:lstStyle/>
          <a:p>
            <a:fld id="{17EF5100-ACBE-4475-83DD-38C6E806B5D8}" type="slidenum">
              <a:rPr lang="en-US" smtClean="0"/>
              <a:t>‹#›</a:t>
            </a:fld>
            <a:endParaRPr lang="en-US"/>
          </a:p>
        </p:txBody>
      </p:sp>
    </p:spTree>
    <p:extLst>
      <p:ext uri="{BB962C8B-B14F-4D97-AF65-F5344CB8AC3E}">
        <p14:creationId xmlns:p14="http://schemas.microsoft.com/office/powerpoint/2010/main" val="1287216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4D583-1944-0BAF-870C-5F7AF0B024C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DAD7150-7A77-1DE5-2E77-3608F1B8B5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402C5A-E9AA-E514-31E9-5229EF293DE9}"/>
              </a:ext>
            </a:extLst>
          </p:cNvPr>
          <p:cNvSpPr>
            <a:spLocks noGrp="1"/>
          </p:cNvSpPr>
          <p:nvPr>
            <p:ph type="dt" sz="half" idx="10"/>
          </p:nvPr>
        </p:nvSpPr>
        <p:spPr/>
        <p:txBody>
          <a:bodyPr/>
          <a:lstStyle/>
          <a:p>
            <a:fld id="{866DDBA3-027D-4801-9CF4-188BB3DF92F1}" type="datetimeFigureOut">
              <a:rPr lang="en-US" smtClean="0"/>
              <a:t>4/22/2026</a:t>
            </a:fld>
            <a:endParaRPr lang="en-US"/>
          </a:p>
        </p:txBody>
      </p:sp>
      <p:sp>
        <p:nvSpPr>
          <p:cNvPr id="5" name="Footer Placeholder 4">
            <a:extLst>
              <a:ext uri="{FF2B5EF4-FFF2-40B4-BE49-F238E27FC236}">
                <a16:creationId xmlns:a16="http://schemas.microsoft.com/office/drawing/2014/main" id="{3A470A74-FA4F-12CA-CC58-64B97FAB75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8ED212-BA69-9B00-4445-8602BD7DD518}"/>
              </a:ext>
            </a:extLst>
          </p:cNvPr>
          <p:cNvSpPr>
            <a:spLocks noGrp="1"/>
          </p:cNvSpPr>
          <p:nvPr>
            <p:ph type="sldNum" sz="quarter" idx="12"/>
          </p:nvPr>
        </p:nvSpPr>
        <p:spPr/>
        <p:txBody>
          <a:bodyPr/>
          <a:lstStyle/>
          <a:p>
            <a:fld id="{17EF5100-ACBE-4475-83DD-38C6E806B5D8}" type="slidenum">
              <a:rPr lang="en-US" smtClean="0"/>
              <a:t>‹#›</a:t>
            </a:fld>
            <a:endParaRPr lang="en-US"/>
          </a:p>
        </p:txBody>
      </p:sp>
    </p:spTree>
    <p:extLst>
      <p:ext uri="{BB962C8B-B14F-4D97-AF65-F5344CB8AC3E}">
        <p14:creationId xmlns:p14="http://schemas.microsoft.com/office/powerpoint/2010/main" val="16967387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BB587D-54C1-0763-C228-36B88D3D728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C46D93-D2C8-A927-22D8-14053D6C52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B60AAD-91C3-E981-C2BF-8033A3DA4A55}"/>
              </a:ext>
            </a:extLst>
          </p:cNvPr>
          <p:cNvSpPr>
            <a:spLocks noGrp="1"/>
          </p:cNvSpPr>
          <p:nvPr>
            <p:ph type="dt" sz="half" idx="10"/>
          </p:nvPr>
        </p:nvSpPr>
        <p:spPr/>
        <p:txBody>
          <a:bodyPr/>
          <a:lstStyle/>
          <a:p>
            <a:fld id="{866DDBA3-027D-4801-9CF4-188BB3DF92F1}" type="datetimeFigureOut">
              <a:rPr lang="en-US" smtClean="0"/>
              <a:t>4/22/2026</a:t>
            </a:fld>
            <a:endParaRPr lang="en-US"/>
          </a:p>
        </p:txBody>
      </p:sp>
      <p:sp>
        <p:nvSpPr>
          <p:cNvPr id="5" name="Footer Placeholder 4">
            <a:extLst>
              <a:ext uri="{FF2B5EF4-FFF2-40B4-BE49-F238E27FC236}">
                <a16:creationId xmlns:a16="http://schemas.microsoft.com/office/drawing/2014/main" id="{E842C164-B60C-B95F-1DB9-C1FA36D5CE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ED94A6-BB54-C05A-E157-6F0AFEFC53F4}"/>
              </a:ext>
            </a:extLst>
          </p:cNvPr>
          <p:cNvSpPr>
            <a:spLocks noGrp="1"/>
          </p:cNvSpPr>
          <p:nvPr>
            <p:ph type="sldNum" sz="quarter" idx="12"/>
          </p:nvPr>
        </p:nvSpPr>
        <p:spPr/>
        <p:txBody>
          <a:bodyPr/>
          <a:lstStyle/>
          <a:p>
            <a:fld id="{17EF5100-ACBE-4475-83DD-38C6E806B5D8}" type="slidenum">
              <a:rPr lang="en-US" smtClean="0"/>
              <a:t>‹#›</a:t>
            </a:fld>
            <a:endParaRPr lang="en-US"/>
          </a:p>
        </p:txBody>
      </p:sp>
    </p:spTree>
    <p:extLst>
      <p:ext uri="{BB962C8B-B14F-4D97-AF65-F5344CB8AC3E}">
        <p14:creationId xmlns:p14="http://schemas.microsoft.com/office/powerpoint/2010/main" val="3256291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DCCB08-C4E3-0CED-F0A7-8F508EFE31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CCFBA3B-CEE8-9BC2-8138-F05857E0F8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C5FD36-4CB2-6675-CD38-280C17922B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66DDBA3-027D-4801-9CF4-188BB3DF92F1}" type="datetimeFigureOut">
              <a:rPr lang="en-US" smtClean="0"/>
              <a:t>4/22/2026</a:t>
            </a:fld>
            <a:endParaRPr lang="en-US"/>
          </a:p>
        </p:txBody>
      </p:sp>
      <p:sp>
        <p:nvSpPr>
          <p:cNvPr id="5" name="Footer Placeholder 4">
            <a:extLst>
              <a:ext uri="{FF2B5EF4-FFF2-40B4-BE49-F238E27FC236}">
                <a16:creationId xmlns:a16="http://schemas.microsoft.com/office/drawing/2014/main" id="{05C35786-BA28-B761-104C-19FB2E1A61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C5406CD-D393-4D46-D903-2979ACD73D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7EF5100-ACBE-4475-83DD-38C6E806B5D8}" type="slidenum">
              <a:rPr lang="en-US" smtClean="0"/>
              <a:t>‹#›</a:t>
            </a:fld>
            <a:endParaRPr lang="en-US"/>
          </a:p>
        </p:txBody>
      </p:sp>
    </p:spTree>
    <p:extLst>
      <p:ext uri="{BB962C8B-B14F-4D97-AF65-F5344CB8AC3E}">
        <p14:creationId xmlns:p14="http://schemas.microsoft.com/office/powerpoint/2010/main" val="10709332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fallout.gamepedia.com/Mini_nuke_(Fallout_4)"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historicalmapchart.net/" TargetMode="External"/><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hyperlink" Target="https://creativecommons.org/licenses/by-sa/3.0/"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120.png"/></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barkersandrubes.wordpress.com/page/12/?a_aid=3598aabf" TargetMode="External"/></Relationships>
</file>

<file path=ppt/slides/_rels/slide6.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27.png"/><Relationship Id="rId3" Type="http://schemas.openxmlformats.org/officeDocument/2006/relationships/hyperlink" Target="https://sco.wikipedia.org/wiki/Hideki_Tojo" TargetMode="External"/><Relationship Id="rId7" Type="http://schemas.openxmlformats.org/officeDocument/2006/relationships/image" Target="../media/image24.png"/><Relationship Id="rId12" Type="http://schemas.openxmlformats.org/officeDocument/2006/relationships/customXml" Target="../ink/ink5.xml"/><Relationship Id="rId2" Type="http://schemas.openxmlformats.org/officeDocument/2006/relationships/image" Target="../media/image8.jpg"/><Relationship Id="rId1" Type="http://schemas.openxmlformats.org/officeDocument/2006/relationships/slideLayout" Target="../slideLayouts/slideLayout7.xml"/><Relationship Id="rId6" Type="http://schemas.openxmlformats.org/officeDocument/2006/relationships/customXml" Target="../ink/ink2.xml"/><Relationship Id="rId11" Type="http://schemas.openxmlformats.org/officeDocument/2006/relationships/image" Target="../media/image26.png"/><Relationship Id="rId5" Type="http://schemas.openxmlformats.org/officeDocument/2006/relationships/hyperlink" Target="http://tuttotorre.blogspot.com/2016/04/ecco-perche-il-principe-hirohito-venne.html" TargetMode="External"/><Relationship Id="rId10" Type="http://schemas.openxmlformats.org/officeDocument/2006/relationships/customXml" Target="../ink/ink4.xml"/><Relationship Id="rId4" Type="http://schemas.openxmlformats.org/officeDocument/2006/relationships/image" Target="../media/image9.jpg"/><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B3C33-F5C3-F188-0DAD-2700F2182ECC}"/>
              </a:ext>
            </a:extLst>
          </p:cNvPr>
          <p:cNvSpPr>
            <a:spLocks noGrp="1"/>
          </p:cNvSpPr>
          <p:nvPr>
            <p:ph type="ctrTitle"/>
          </p:nvPr>
        </p:nvSpPr>
        <p:spPr/>
        <p:txBody>
          <a:bodyPr/>
          <a:lstStyle/>
          <a:p>
            <a:r>
              <a:rPr lang="en-US" dirty="0"/>
              <a:t>THE ATOMIC BOMB</a:t>
            </a:r>
          </a:p>
        </p:txBody>
      </p:sp>
      <p:sp>
        <p:nvSpPr>
          <p:cNvPr id="3" name="Subtitle 2">
            <a:extLst>
              <a:ext uri="{FF2B5EF4-FFF2-40B4-BE49-F238E27FC236}">
                <a16:creationId xmlns:a16="http://schemas.microsoft.com/office/drawing/2014/main" id="{89F4BC8C-A4CB-EB24-5C3A-157901B244D1}"/>
              </a:ext>
            </a:extLst>
          </p:cNvPr>
          <p:cNvSpPr>
            <a:spLocks noGrp="1"/>
          </p:cNvSpPr>
          <p:nvPr>
            <p:ph type="subTitle" idx="1"/>
          </p:nvPr>
        </p:nvSpPr>
        <p:spPr/>
        <p:txBody>
          <a:bodyPr/>
          <a:lstStyle/>
          <a:p>
            <a:r>
              <a:rPr lang="en-US" dirty="0"/>
              <a:t>A research on the history the atomic bomb</a:t>
            </a:r>
          </a:p>
        </p:txBody>
      </p:sp>
      <p:pic>
        <p:nvPicPr>
          <p:cNvPr id="5" name="Picture 4">
            <a:extLst>
              <a:ext uri="{FF2B5EF4-FFF2-40B4-BE49-F238E27FC236}">
                <a16:creationId xmlns:a16="http://schemas.microsoft.com/office/drawing/2014/main" id="{0F2C43EA-5C41-1481-3580-179336A5F62A}"/>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152210" y="728841"/>
            <a:ext cx="3485436" cy="1742718"/>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pic>
        <p:nvPicPr>
          <p:cNvPr id="7" name="Picture 6">
            <a:extLst>
              <a:ext uri="{FF2B5EF4-FFF2-40B4-BE49-F238E27FC236}">
                <a16:creationId xmlns:a16="http://schemas.microsoft.com/office/drawing/2014/main" id="{F9936628-EE6D-87FD-27DB-36178BF5ECF8}"/>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flipH="1">
            <a:off x="192404" y="4556367"/>
            <a:ext cx="3800594" cy="1742718"/>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Tree>
    <p:extLst>
      <p:ext uri="{BB962C8B-B14F-4D97-AF65-F5344CB8AC3E}">
        <p14:creationId xmlns:p14="http://schemas.microsoft.com/office/powerpoint/2010/main" val="3701487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E07B99F2-0340-4842-CE07-E0BEB07239FC}"/>
              </a:ext>
            </a:extLst>
          </p:cNvPr>
          <p:cNvSpPr txBox="1"/>
          <p:nvPr/>
        </p:nvSpPr>
        <p:spPr>
          <a:xfrm>
            <a:off x="-1" y="0"/>
            <a:ext cx="4765949" cy="6874714"/>
          </a:xfrm>
          <a:prstGeom prst="rect">
            <a:avLst/>
          </a:prstGeom>
        </p:spPr>
        <p:txBody>
          <a:bodyPr vert="horz" lIns="91440" tIns="45720" rIns="91440" bIns="45720" rtlCol="0" anchor="t">
            <a:normAutofit/>
          </a:bodyPr>
          <a:lstStyle/>
          <a:p>
            <a:pPr>
              <a:lnSpc>
                <a:spcPct val="90000"/>
              </a:lnSpc>
              <a:spcAft>
                <a:spcPts val="600"/>
              </a:spcAft>
            </a:pPr>
            <a:r>
              <a:rPr lang="en-US" sz="2000" b="1" dirty="0">
                <a:solidFill>
                  <a:schemeClr val="tx2"/>
                </a:solidFill>
              </a:rPr>
              <a:t>The story in detail</a:t>
            </a:r>
          </a:p>
          <a:p>
            <a:pPr>
              <a:lnSpc>
                <a:spcPct val="90000"/>
              </a:lnSpc>
              <a:spcAft>
                <a:spcPts val="600"/>
              </a:spcAft>
            </a:pPr>
            <a:endParaRPr lang="en-US" sz="1400" dirty="0">
              <a:solidFill>
                <a:schemeClr val="tx2"/>
              </a:solidFill>
            </a:endParaRPr>
          </a:p>
          <a:p>
            <a:pPr>
              <a:lnSpc>
                <a:spcPct val="90000"/>
              </a:lnSpc>
              <a:spcAft>
                <a:spcPts val="600"/>
              </a:spcAft>
            </a:pPr>
            <a:r>
              <a:rPr lang="en-US" sz="1500" dirty="0">
                <a:solidFill>
                  <a:schemeClr val="tx2"/>
                </a:solidFill>
              </a:rPr>
              <a:t>World war 2 started in 1939, when Hitler invaded Poland, Hitler and Stalin had both signed an agreement to each take a piece of Poland and not attack each other. What were the factors that started world war 2 you may ask? </a:t>
            </a:r>
          </a:p>
          <a:p>
            <a:pPr>
              <a:lnSpc>
                <a:spcPct val="90000"/>
              </a:lnSpc>
              <a:spcAft>
                <a:spcPts val="600"/>
              </a:spcAft>
            </a:pPr>
            <a:r>
              <a:rPr lang="en-US" sz="1500" dirty="0">
                <a:solidFill>
                  <a:schemeClr val="tx2"/>
                </a:solidFill>
              </a:rPr>
              <a:t>To start, Benito Mussolini, an Italian fascist, had rebelled against the Italian government after gathering fellow fascist supporters and had allied with Hitler, together they began to ravage Europe, Africa and the middle east. Britain and France tried to appease them but to no avail and an invisible line was crossed when Hitler invaded Poland, therefore sparking WWII. Japan soon joined Germany and Italy, Hitler began to kick hundreds of thousands of people out of Germany and barricaded millions in concentration camps. </a:t>
            </a:r>
          </a:p>
          <a:p>
            <a:pPr>
              <a:lnSpc>
                <a:spcPct val="90000"/>
              </a:lnSpc>
              <a:spcAft>
                <a:spcPts val="600"/>
              </a:spcAft>
            </a:pPr>
            <a:r>
              <a:rPr lang="en-US" sz="1500" dirty="0">
                <a:solidFill>
                  <a:schemeClr val="tx2"/>
                </a:solidFill>
              </a:rPr>
              <a:t>When Oppenheimer first heard of this, he became extremely angry as one of the groups impacted by these actions were jews and Oppenheimer was actually Opp(j)e(w)</a:t>
            </a:r>
            <a:r>
              <a:rPr lang="en-US" sz="1500" dirty="0" err="1">
                <a:solidFill>
                  <a:schemeClr val="tx2"/>
                </a:solidFill>
              </a:rPr>
              <a:t>Nheimer</a:t>
            </a:r>
            <a:r>
              <a:rPr lang="en-US" sz="1500" dirty="0">
                <a:solidFill>
                  <a:schemeClr val="tx2"/>
                </a:solidFill>
              </a:rPr>
              <a:t> (for those who don’t understand Oppenheimer was Jewish) but he didn’t know what to do. At that time, Otto Hans, a protestant Christian German scientist discovered fission and the world exploded, everyone wanted to build the city destroyer, the ultimate winner of wars, the </a:t>
            </a:r>
            <a:r>
              <a:rPr lang="en-US" sz="1500" b="1" i="1" u="sng" dirty="0">
                <a:ln w="0"/>
                <a:gradFill>
                  <a:gsLst>
                    <a:gs pos="0">
                      <a:schemeClr val="accent5">
                        <a:lumMod val="50000"/>
                      </a:schemeClr>
                    </a:gs>
                    <a:gs pos="50000">
                      <a:schemeClr val="accent5"/>
                    </a:gs>
                    <a:gs pos="100000">
                      <a:schemeClr val="accent5">
                        <a:lumMod val="60000"/>
                        <a:lumOff val="40000"/>
                      </a:schemeClr>
                    </a:gs>
                  </a:gsLst>
                  <a:lin ang="5400000"/>
                </a:gradFill>
                <a:effectLst>
                  <a:outerShdw blurRad="38100" dist="38100" dir="2700000" algn="tl">
                    <a:srgbClr val="000000">
                      <a:alpha val="43137"/>
                    </a:srgbClr>
                  </a:outerShdw>
                  <a:reflection blurRad="6350" stA="53000" endA="300" endPos="35500" dir="5400000" sy="-90000" algn="bl" rotWithShape="0"/>
                </a:effectLst>
              </a:rPr>
              <a:t>Atomic bomb</a:t>
            </a:r>
            <a:r>
              <a:rPr lang="en-US" sz="1500" b="1" i="1" u="sng" dirty="0">
                <a:solidFill>
                  <a:schemeClr val="tx2"/>
                </a:solidFill>
                <a:effectLst>
                  <a:outerShdw blurRad="38100" dist="38100" dir="2700000" algn="tl">
                    <a:srgbClr val="000000">
                      <a:alpha val="43137"/>
                    </a:srgbClr>
                  </a:outerShdw>
                </a:effectLst>
              </a:rPr>
              <a:t>, </a:t>
            </a:r>
            <a:r>
              <a:rPr lang="en-US" sz="1500" dirty="0">
                <a:solidFill>
                  <a:schemeClr val="tx2"/>
                </a:solidFill>
              </a:rPr>
              <a:t>America made a U-committee to research building bombs that use energy from fission. In 1941, Hitler began to invade the Soviets despite the Nazi Soviet non-aggression pact.</a:t>
            </a:r>
          </a:p>
        </p:txBody>
      </p:sp>
      <p:grpSp>
        <p:nvGrpSpPr>
          <p:cNvPr id="13" name="Group 12">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4" name="Freeform: Shape 13">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419EFC48-C534-B77C-4871-A4F73526F394}"/>
              </a:ext>
            </a:extLst>
          </p:cNvPr>
          <p:cNvSpPr txBox="1"/>
          <p:nvPr/>
        </p:nvSpPr>
        <p:spPr>
          <a:xfrm>
            <a:off x="7708391" y="2113166"/>
            <a:ext cx="2477153" cy="369332"/>
          </a:xfrm>
          <a:prstGeom prst="rect">
            <a:avLst/>
          </a:prstGeom>
          <a:noFill/>
        </p:spPr>
        <p:txBody>
          <a:bodyPr wrap="none" rtlCol="0">
            <a:spAutoFit/>
          </a:bodyPr>
          <a:lstStyle/>
          <a:p>
            <a:r>
              <a:rPr lang="en-US" dirty="0"/>
              <a:t>Map during world war II</a:t>
            </a:r>
          </a:p>
        </p:txBody>
      </p:sp>
      <p:pic>
        <p:nvPicPr>
          <p:cNvPr id="5" name="Picture 4">
            <a:extLst>
              <a:ext uri="{FF2B5EF4-FFF2-40B4-BE49-F238E27FC236}">
                <a16:creationId xmlns:a16="http://schemas.microsoft.com/office/drawing/2014/main" id="{DC1D73AE-3693-0A75-43F3-C3FCA237D63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834371" y="2485901"/>
            <a:ext cx="3752215" cy="2889206"/>
          </a:xfrm>
          <a:prstGeom prst="rect">
            <a:avLst/>
          </a:prstGeom>
        </p:spPr>
      </p:pic>
      <p:sp>
        <p:nvSpPr>
          <p:cNvPr id="7" name="TextBox 6">
            <a:extLst>
              <a:ext uri="{FF2B5EF4-FFF2-40B4-BE49-F238E27FC236}">
                <a16:creationId xmlns:a16="http://schemas.microsoft.com/office/drawing/2014/main" id="{7D67CA48-F612-35D2-AB94-218CAD6ABD1B}"/>
              </a:ext>
            </a:extLst>
          </p:cNvPr>
          <p:cNvSpPr txBox="1"/>
          <p:nvPr/>
        </p:nvSpPr>
        <p:spPr>
          <a:xfrm>
            <a:off x="7834372" y="5549162"/>
            <a:ext cx="3427068" cy="230832"/>
          </a:xfrm>
          <a:prstGeom prst="rect">
            <a:avLst/>
          </a:prstGeom>
          <a:noFill/>
        </p:spPr>
        <p:txBody>
          <a:bodyPr wrap="square" rtlCol="0">
            <a:spAutoFit/>
          </a:bodyPr>
          <a:lstStyle/>
          <a:p>
            <a:r>
              <a:rPr lang="en-US" sz="900">
                <a:hlinkClick r:id="rId3" tooltip="https://historicalmapchart.net/"/>
              </a:rPr>
              <a:t>This Photo</a:t>
            </a:r>
            <a:r>
              <a:rPr lang="en-US" sz="900"/>
              <a:t> by Unknown Author is licensed under </a:t>
            </a:r>
            <a:r>
              <a:rPr lang="en-US" sz="900">
                <a:hlinkClick r:id="rId4" tooltip="https://creativecommons.org/licenses/by-sa/3.0/"/>
              </a:rPr>
              <a:t>CC BY-SA</a:t>
            </a:r>
            <a:endParaRPr lang="en-US" sz="900"/>
          </a:p>
        </p:txBody>
      </p:sp>
    </p:spTree>
    <p:extLst>
      <p:ext uri="{BB962C8B-B14F-4D97-AF65-F5344CB8AC3E}">
        <p14:creationId xmlns:p14="http://schemas.microsoft.com/office/powerpoint/2010/main" val="347963469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4A1DED-8715-C70C-58A7-100CC2FDA286}"/>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3B064AFB-E8AE-ED2F-DE78-BEB8897C36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6446020-8545-0709-ECBE-77CDA19F0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1929270D-CE28-17EB-405C-918ED2B6F5D2}"/>
              </a:ext>
            </a:extLst>
          </p:cNvPr>
          <p:cNvSpPr txBox="1"/>
          <p:nvPr/>
        </p:nvSpPr>
        <p:spPr>
          <a:xfrm>
            <a:off x="0" y="0"/>
            <a:ext cx="4765949" cy="6350000"/>
          </a:xfrm>
          <a:prstGeom prst="rect">
            <a:avLst/>
          </a:prstGeom>
        </p:spPr>
        <p:txBody>
          <a:bodyPr vert="horz" lIns="91440" tIns="45720" rIns="91440" bIns="45720" rtlCol="0" anchor="t">
            <a:normAutofit/>
          </a:bodyPr>
          <a:lstStyle/>
          <a:p>
            <a:pPr>
              <a:lnSpc>
                <a:spcPct val="90000"/>
              </a:lnSpc>
              <a:spcAft>
                <a:spcPts val="600"/>
              </a:spcAft>
            </a:pPr>
            <a:r>
              <a:rPr lang="en-US" sz="1500" dirty="0">
                <a:solidFill>
                  <a:schemeClr val="tx2"/>
                </a:solidFill>
              </a:rPr>
              <a:t>Around that time, America and the Soviets became allies, not because they liked each other, no, quite the opposite in fact, it was because their common enemy was Hitler. Even so, they kept certain secrets from each other, the Soviets were determined to find out America’s atomic secrets. They began to recruit and send spies, one of these spies was harry gold, who passed info on to the soviets to return the favor they had done him previously.</a:t>
            </a:r>
          </a:p>
          <a:p>
            <a:pPr>
              <a:lnSpc>
                <a:spcPct val="90000"/>
              </a:lnSpc>
              <a:spcAft>
                <a:spcPts val="600"/>
              </a:spcAft>
            </a:pPr>
            <a:r>
              <a:rPr lang="en-US" sz="1500" dirty="0">
                <a:solidFill>
                  <a:schemeClr val="tx2"/>
                </a:solidFill>
              </a:rPr>
              <a:t> Oppenheimer was made the scientific director of Los Alamos laboratory in 1943 which was the main lab for the Manhattan project, despite this the FBI, internal military and Leslie groves, who was in charge of the whole project, decided to tail Oppenheimer due to his suspicious past. </a:t>
            </a:r>
          </a:p>
          <a:p>
            <a:pPr>
              <a:lnSpc>
                <a:spcPct val="90000"/>
              </a:lnSpc>
              <a:spcAft>
                <a:spcPts val="600"/>
              </a:spcAft>
            </a:pPr>
            <a:r>
              <a:rPr lang="en-US" sz="1500" dirty="0">
                <a:solidFill>
                  <a:schemeClr val="tx2"/>
                </a:solidFill>
              </a:rPr>
              <a:t>In Norway, the </a:t>
            </a:r>
            <a:r>
              <a:rPr lang="en-US" sz="1500" dirty="0" err="1">
                <a:solidFill>
                  <a:schemeClr val="tx2"/>
                </a:solidFill>
              </a:rPr>
              <a:t>Vermok</a:t>
            </a:r>
            <a:r>
              <a:rPr lang="en-US" sz="1500" dirty="0">
                <a:solidFill>
                  <a:schemeClr val="tx2"/>
                </a:solidFill>
              </a:rPr>
              <a:t> heavy water factory, which the German’s needed for the atomic bomb research, became a target for the Norwegian resistance fighting Hitler’s occupation and they decided to sabotage it</a:t>
            </a:r>
          </a:p>
        </p:txBody>
      </p:sp>
      <p:grpSp>
        <p:nvGrpSpPr>
          <p:cNvPr id="13" name="Group 12">
            <a:extLst>
              <a:ext uri="{FF2B5EF4-FFF2-40B4-BE49-F238E27FC236}">
                <a16:creationId xmlns:a16="http://schemas.microsoft.com/office/drawing/2014/main" id="{0803B331-3776-F455-C2C5-35E0A6220F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4" name="Freeform: Shape 13">
              <a:extLst>
                <a:ext uri="{FF2B5EF4-FFF2-40B4-BE49-F238E27FC236}">
                  <a16:creationId xmlns:a16="http://schemas.microsoft.com/office/drawing/2014/main" id="{69CA7198-8BC5-F57A-F820-28E2B21232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ED1DC54-0CD6-6C33-D4FA-2BE758FE3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A848EEE-B938-B9B9-48F9-C9169B96E5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54603B2-E618-7ACD-54BC-56AB497C98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1" name="Picture 20">
            <a:extLst>
              <a:ext uri="{FF2B5EF4-FFF2-40B4-BE49-F238E27FC236}">
                <a16:creationId xmlns:a16="http://schemas.microsoft.com/office/drawing/2014/main" id="{DA3BD1AB-1460-6415-B6AC-81357988E5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7836405" y="1829211"/>
            <a:ext cx="3523185" cy="3523185"/>
          </a:xfrm>
          <a:prstGeom prst="rect">
            <a:avLst/>
          </a:prstGeom>
        </p:spPr>
      </p:pic>
      <p:sp>
        <p:nvSpPr>
          <p:cNvPr id="22" name="TextBox 21">
            <a:extLst>
              <a:ext uri="{FF2B5EF4-FFF2-40B4-BE49-F238E27FC236}">
                <a16:creationId xmlns:a16="http://schemas.microsoft.com/office/drawing/2014/main" id="{7A36FAD6-E77E-2DE8-91BC-1CB2242B2B77}"/>
              </a:ext>
            </a:extLst>
          </p:cNvPr>
          <p:cNvSpPr txBox="1"/>
          <p:nvPr/>
        </p:nvSpPr>
        <p:spPr>
          <a:xfrm>
            <a:off x="7081672" y="5426670"/>
            <a:ext cx="5032649" cy="923330"/>
          </a:xfrm>
          <a:prstGeom prst="rect">
            <a:avLst/>
          </a:prstGeom>
          <a:noFill/>
        </p:spPr>
        <p:txBody>
          <a:bodyPr wrap="square" rtlCol="0">
            <a:spAutoFit/>
          </a:bodyPr>
          <a:lstStyle/>
          <a:p>
            <a:r>
              <a:rPr lang="en-US" dirty="0"/>
              <a:t>(A strange picture of Hitler that is definitely AI and I felt deserves an honorable mention for being so ridiculous)</a:t>
            </a:r>
          </a:p>
        </p:txBody>
      </p:sp>
    </p:spTree>
    <p:extLst>
      <p:ext uri="{BB962C8B-B14F-4D97-AF65-F5344CB8AC3E}">
        <p14:creationId xmlns:p14="http://schemas.microsoft.com/office/powerpoint/2010/main" val="227227621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C15613-45E8-5E1B-8FEB-3EB71F6F2E5E}"/>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BC4D486-6726-C246-6E5D-3FA2DE94E7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F523235-E837-08C4-0247-346D4F82A1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7358565-F5A8-4E3D-9EC2-6E1FAE49AEDB}"/>
              </a:ext>
            </a:extLst>
          </p:cNvPr>
          <p:cNvSpPr txBox="1"/>
          <p:nvPr/>
        </p:nvSpPr>
        <p:spPr>
          <a:xfrm>
            <a:off x="0" y="0"/>
            <a:ext cx="4765949" cy="6350000"/>
          </a:xfrm>
          <a:prstGeom prst="rect">
            <a:avLst/>
          </a:prstGeom>
        </p:spPr>
        <p:txBody>
          <a:bodyPr vert="horz" lIns="91440" tIns="45720" rIns="91440" bIns="45720" rtlCol="0" anchor="t">
            <a:normAutofit/>
          </a:bodyPr>
          <a:lstStyle/>
          <a:p>
            <a:pPr>
              <a:lnSpc>
                <a:spcPct val="90000"/>
              </a:lnSpc>
              <a:spcAft>
                <a:spcPts val="600"/>
              </a:spcAft>
            </a:pPr>
            <a:endParaRPr lang="en-US" dirty="0">
              <a:solidFill>
                <a:schemeClr val="tx2"/>
              </a:solidFill>
            </a:endParaRPr>
          </a:p>
        </p:txBody>
      </p:sp>
      <p:grpSp>
        <p:nvGrpSpPr>
          <p:cNvPr id="13" name="Group 12">
            <a:extLst>
              <a:ext uri="{FF2B5EF4-FFF2-40B4-BE49-F238E27FC236}">
                <a16:creationId xmlns:a16="http://schemas.microsoft.com/office/drawing/2014/main" id="{9B8CE00E-3081-2CD6-AAF3-3BCB5A2258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4" name="Freeform: Shape 13">
              <a:extLst>
                <a:ext uri="{FF2B5EF4-FFF2-40B4-BE49-F238E27FC236}">
                  <a16:creationId xmlns:a16="http://schemas.microsoft.com/office/drawing/2014/main" id="{E382E414-7C2A-E7BE-D62E-27B625E726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0EF4E03D-F2A8-42F5-BB4F-F33359DDB4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FC9F2B58-0246-C6D0-7E42-9D61753E8E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8D507D6-8A9D-ABD6-50CB-A73CFA6AEF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82E1BF55-4BFB-00FE-7FEB-1A97A63604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4300" y="2324100"/>
            <a:ext cx="4500000" cy="2857500"/>
          </a:xfrm>
          <a:prstGeom prst="rect">
            <a:avLst/>
          </a:prstGeom>
        </p:spPr>
      </p:pic>
      <p:sp>
        <p:nvSpPr>
          <p:cNvPr id="7" name="TextBox 6">
            <a:extLst>
              <a:ext uri="{FF2B5EF4-FFF2-40B4-BE49-F238E27FC236}">
                <a16:creationId xmlns:a16="http://schemas.microsoft.com/office/drawing/2014/main" id="{9756CF39-1F7D-D47D-7DF0-E8196CEFB7A0}"/>
              </a:ext>
            </a:extLst>
          </p:cNvPr>
          <p:cNvSpPr txBox="1"/>
          <p:nvPr/>
        </p:nvSpPr>
        <p:spPr>
          <a:xfrm>
            <a:off x="8606123" y="5181600"/>
            <a:ext cx="2276585" cy="369332"/>
          </a:xfrm>
          <a:prstGeom prst="rect">
            <a:avLst/>
          </a:prstGeom>
          <a:noFill/>
        </p:spPr>
        <p:txBody>
          <a:bodyPr wrap="none" rtlCol="0">
            <a:spAutoFit/>
          </a:bodyPr>
          <a:lstStyle/>
          <a:p>
            <a:r>
              <a:rPr lang="en-US" dirty="0"/>
              <a:t>Robert Oppenheimer</a:t>
            </a:r>
          </a:p>
        </p:txBody>
      </p:sp>
      <p:sp>
        <p:nvSpPr>
          <p:cNvPr id="33" name="TextBox 32">
            <a:extLst>
              <a:ext uri="{FF2B5EF4-FFF2-40B4-BE49-F238E27FC236}">
                <a16:creationId xmlns:a16="http://schemas.microsoft.com/office/drawing/2014/main" id="{C5760D02-7F20-3521-0590-F55E2C355D14}"/>
              </a:ext>
            </a:extLst>
          </p:cNvPr>
          <p:cNvSpPr txBox="1"/>
          <p:nvPr/>
        </p:nvSpPr>
        <p:spPr>
          <a:xfrm>
            <a:off x="-1" y="0"/>
            <a:ext cx="5750975" cy="3416320"/>
          </a:xfrm>
          <a:prstGeom prst="rect">
            <a:avLst/>
          </a:prstGeom>
          <a:noFill/>
        </p:spPr>
        <p:txBody>
          <a:bodyPr wrap="square" rtlCol="0">
            <a:spAutoFit/>
          </a:bodyPr>
          <a:lstStyle/>
          <a:p>
            <a:r>
              <a:rPr lang="en-US" dirty="0"/>
              <a:t>In 1941, the scientists working at the Los Alamos laboratory discovered plutonium. To explain what plutonium is we need to delve deeper in to uranium:</a:t>
            </a:r>
            <a:br>
              <a:rPr lang="en-US" dirty="0"/>
            </a:br>
            <a:r>
              <a:rPr lang="en-US" dirty="0"/>
              <a:t>uranium has two states, U-238 which was uranium with 238 neutrons and wouldn’t fission, not quickly, not at all then there was the other type of uranium, U-235  which was uranium with 235 neutrons, this uranium fissioned, but its problem was that it was rare and hard to produce, plutonium however, was U-238 bombarded with neutrons so it absorbed them and became plutonium, U-238 was more common than U-235, and plutonium fissioned faster than U-235, so it was more ideal.</a:t>
            </a:r>
          </a:p>
        </p:txBody>
      </p:sp>
      <mc:AlternateContent xmlns:mc="http://schemas.openxmlformats.org/markup-compatibility/2006" xmlns:p14="http://schemas.microsoft.com/office/powerpoint/2010/main">
        <mc:Choice Requires="p14">
          <p:contentPart p14:bwMode="auto" r:id="rId3">
            <p14:nvContentPartPr>
              <p14:cNvPr id="34" name="Ink 33">
                <a:extLst>
                  <a:ext uri="{FF2B5EF4-FFF2-40B4-BE49-F238E27FC236}">
                    <a16:creationId xmlns:a16="http://schemas.microsoft.com/office/drawing/2014/main" id="{B1335056-BBBE-FBE8-2ED5-CAF155D4BE47}"/>
                  </a:ext>
                </a:extLst>
              </p14:cNvPr>
              <p14:cNvContentPartPr/>
              <p14:nvPr/>
            </p14:nvContentPartPr>
            <p14:xfrm>
              <a:off x="10193544" y="2419776"/>
              <a:ext cx="315000" cy="644040"/>
            </p14:xfrm>
          </p:contentPart>
        </mc:Choice>
        <mc:Fallback xmlns="">
          <p:pic>
            <p:nvPicPr>
              <p:cNvPr id="34" name="Ink 33">
                <a:extLst>
                  <a:ext uri="{FF2B5EF4-FFF2-40B4-BE49-F238E27FC236}">
                    <a16:creationId xmlns:a16="http://schemas.microsoft.com/office/drawing/2014/main" id="{B1335056-BBBE-FBE8-2ED5-CAF155D4BE47}"/>
                  </a:ext>
                </a:extLst>
              </p:cNvPr>
              <p:cNvPicPr/>
              <p:nvPr/>
            </p:nvPicPr>
            <p:blipFill>
              <a:blip r:embed="rId4"/>
              <a:stretch>
                <a:fillRect/>
              </a:stretch>
            </p:blipFill>
            <p:spPr>
              <a:xfrm>
                <a:off x="10187424" y="2413656"/>
                <a:ext cx="327240" cy="656280"/>
              </a:xfrm>
              <a:prstGeom prst="rect">
                <a:avLst/>
              </a:prstGeom>
            </p:spPr>
          </p:pic>
        </mc:Fallback>
      </mc:AlternateContent>
      <p:pic>
        <p:nvPicPr>
          <p:cNvPr id="37" name="Picture 36">
            <a:extLst>
              <a:ext uri="{FF2B5EF4-FFF2-40B4-BE49-F238E27FC236}">
                <a16:creationId xmlns:a16="http://schemas.microsoft.com/office/drawing/2014/main" id="{83067C11-351A-E139-EB53-FAC33C1F0B4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75841" y="2220809"/>
            <a:ext cx="4976917" cy="3307446"/>
          </a:xfrm>
          <a:prstGeom prst="rect">
            <a:avLst/>
          </a:prstGeom>
        </p:spPr>
      </p:pic>
      <p:sp>
        <p:nvSpPr>
          <p:cNvPr id="44" name="TextBox 43">
            <a:extLst>
              <a:ext uri="{FF2B5EF4-FFF2-40B4-BE49-F238E27FC236}">
                <a16:creationId xmlns:a16="http://schemas.microsoft.com/office/drawing/2014/main" id="{A5F99550-6F61-BD1C-B27E-0470B3E9E62F}"/>
              </a:ext>
            </a:extLst>
          </p:cNvPr>
          <p:cNvSpPr txBox="1"/>
          <p:nvPr/>
        </p:nvSpPr>
        <p:spPr>
          <a:xfrm>
            <a:off x="8493186" y="5584568"/>
            <a:ext cx="2146998" cy="369332"/>
          </a:xfrm>
          <a:prstGeom prst="rect">
            <a:avLst/>
          </a:prstGeom>
          <a:noFill/>
        </p:spPr>
        <p:txBody>
          <a:bodyPr wrap="none" rtlCol="0">
            <a:spAutoFit/>
          </a:bodyPr>
          <a:lstStyle/>
          <a:p>
            <a:r>
              <a:rPr lang="en-US" dirty="0"/>
              <a:t>Little boy nuke shell</a:t>
            </a:r>
          </a:p>
        </p:txBody>
      </p:sp>
    </p:spTree>
    <p:extLst>
      <p:ext uri="{BB962C8B-B14F-4D97-AF65-F5344CB8AC3E}">
        <p14:creationId xmlns:p14="http://schemas.microsoft.com/office/powerpoint/2010/main" val="163089149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8E3AC5-BD85-1DF8-B297-B678E5CAF52F}"/>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687217F-30FF-00F3-5F2D-B2BC440A4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496AC56-479D-6928-1485-20F1239963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72CA5DE-345C-CF7F-B2C1-2074DC29D125}"/>
              </a:ext>
            </a:extLst>
          </p:cNvPr>
          <p:cNvSpPr txBox="1"/>
          <p:nvPr/>
        </p:nvSpPr>
        <p:spPr>
          <a:xfrm>
            <a:off x="0" y="0"/>
            <a:ext cx="4765949" cy="6350000"/>
          </a:xfrm>
          <a:prstGeom prst="rect">
            <a:avLst/>
          </a:prstGeom>
        </p:spPr>
        <p:txBody>
          <a:bodyPr vert="horz" lIns="91440" tIns="45720" rIns="91440" bIns="45720" rtlCol="0" anchor="t">
            <a:normAutofit/>
          </a:bodyPr>
          <a:lstStyle/>
          <a:p>
            <a:pPr>
              <a:lnSpc>
                <a:spcPct val="90000"/>
              </a:lnSpc>
              <a:spcAft>
                <a:spcPts val="600"/>
              </a:spcAft>
            </a:pPr>
            <a:endParaRPr lang="en-US" dirty="0">
              <a:solidFill>
                <a:schemeClr val="tx2"/>
              </a:solidFill>
            </a:endParaRPr>
          </a:p>
        </p:txBody>
      </p:sp>
      <p:grpSp>
        <p:nvGrpSpPr>
          <p:cNvPr id="13" name="Group 12">
            <a:extLst>
              <a:ext uri="{FF2B5EF4-FFF2-40B4-BE49-F238E27FC236}">
                <a16:creationId xmlns:a16="http://schemas.microsoft.com/office/drawing/2014/main" id="{CE7E3AD5-98C0-A286-A818-AA26D7CC1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4" name="Freeform: Shape 13">
              <a:extLst>
                <a:ext uri="{FF2B5EF4-FFF2-40B4-BE49-F238E27FC236}">
                  <a16:creationId xmlns:a16="http://schemas.microsoft.com/office/drawing/2014/main" id="{B091DFC2-865F-671C-0C9A-52001FB3BA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2B963E01-B714-E84C-64AE-047430C265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41777339-E294-A53F-5350-F62BFABE89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12A93F18-D4C7-E9DC-9988-2F01226805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a:extLst>
              <a:ext uri="{FF2B5EF4-FFF2-40B4-BE49-F238E27FC236}">
                <a16:creationId xmlns:a16="http://schemas.microsoft.com/office/drawing/2014/main" id="{2E5EC632-25CC-A72D-D540-704AB257FF03}"/>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8042995" y="1807124"/>
            <a:ext cx="2744788" cy="3580158"/>
          </a:xfrm>
          <a:prstGeom prst="rect">
            <a:avLst/>
          </a:prstGeom>
        </p:spPr>
      </p:pic>
      <p:sp>
        <p:nvSpPr>
          <p:cNvPr id="8" name="TextBox 7">
            <a:extLst>
              <a:ext uri="{FF2B5EF4-FFF2-40B4-BE49-F238E27FC236}">
                <a16:creationId xmlns:a16="http://schemas.microsoft.com/office/drawing/2014/main" id="{ED6F0CE3-E4E0-D911-3797-D20BA8644F9C}"/>
              </a:ext>
            </a:extLst>
          </p:cNvPr>
          <p:cNvSpPr txBox="1"/>
          <p:nvPr/>
        </p:nvSpPr>
        <p:spPr>
          <a:xfrm>
            <a:off x="8398592" y="5499290"/>
            <a:ext cx="2162900" cy="369332"/>
          </a:xfrm>
          <a:prstGeom prst="rect">
            <a:avLst/>
          </a:prstGeom>
          <a:noFill/>
        </p:spPr>
        <p:txBody>
          <a:bodyPr wrap="none" rtlCol="0">
            <a:spAutoFit/>
          </a:bodyPr>
          <a:lstStyle/>
          <a:p>
            <a:r>
              <a:rPr lang="en-US" dirty="0"/>
              <a:t>President Roosevelt</a:t>
            </a:r>
          </a:p>
        </p:txBody>
      </p:sp>
      <p:sp>
        <p:nvSpPr>
          <p:cNvPr id="11" name="TextBox 10">
            <a:extLst>
              <a:ext uri="{FF2B5EF4-FFF2-40B4-BE49-F238E27FC236}">
                <a16:creationId xmlns:a16="http://schemas.microsoft.com/office/drawing/2014/main" id="{D5F4CE6B-23C9-E8DA-21EC-02A58239BBF4}"/>
              </a:ext>
            </a:extLst>
          </p:cNvPr>
          <p:cNvSpPr txBox="1"/>
          <p:nvPr/>
        </p:nvSpPr>
        <p:spPr>
          <a:xfrm>
            <a:off x="0" y="0"/>
            <a:ext cx="7299053" cy="2862322"/>
          </a:xfrm>
          <a:prstGeom prst="rect">
            <a:avLst/>
          </a:prstGeom>
          <a:noFill/>
        </p:spPr>
        <p:txBody>
          <a:bodyPr wrap="square" rtlCol="0">
            <a:spAutoFit/>
          </a:bodyPr>
          <a:lstStyle/>
          <a:p>
            <a:r>
              <a:rPr lang="en-US" dirty="0"/>
              <a:t>Around the time the first uranium 235 sample went to </a:t>
            </a:r>
            <a:r>
              <a:rPr lang="en-US" dirty="0" err="1"/>
              <a:t>los</a:t>
            </a:r>
            <a:r>
              <a:rPr lang="en-US" dirty="0"/>
              <a:t> Alamos (1944) they discovered something that would cause a crisis; they had to make a different Design for the bomb, why? Because the original design for the Bomb made it so that it would explode when two pieces of Uranium touched, plutonium would fission and explode before It touched and create the explosion power of a regular bomb which wasn’t the goal of the nuke, they had to find an alternative, of course they could just go back to U-235 but that was a problem too as it was only being produced fast enough to build 1 bomb and they needed more than just one, as their leader Leslie groves was demanding it</a:t>
            </a:r>
          </a:p>
        </p:txBody>
      </p:sp>
    </p:spTree>
    <p:extLst>
      <p:ext uri="{BB962C8B-B14F-4D97-AF65-F5344CB8AC3E}">
        <p14:creationId xmlns:p14="http://schemas.microsoft.com/office/powerpoint/2010/main" val="320418509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D24883-B15E-98C2-9EE3-0A7730C0240F}"/>
              </a:ext>
            </a:extLst>
          </p:cNvPr>
          <p:cNvSpPr txBox="1"/>
          <p:nvPr/>
        </p:nvSpPr>
        <p:spPr>
          <a:xfrm>
            <a:off x="66829" y="154267"/>
            <a:ext cx="7162800" cy="5078313"/>
          </a:xfrm>
          <a:prstGeom prst="rect">
            <a:avLst/>
          </a:prstGeom>
          <a:noFill/>
        </p:spPr>
        <p:txBody>
          <a:bodyPr wrap="square" rtlCol="0">
            <a:spAutoFit/>
          </a:bodyPr>
          <a:lstStyle/>
          <a:p>
            <a:r>
              <a:rPr lang="en-US" dirty="0"/>
              <a:t>Finally, after painstaking research and work, the bomb was ready for testing, in 1945 they loaded up the bomb and built the metal tower where the bomb would be tested, all the scientists stayed 9-32 miles away depending on their role, and upon launch the metal tower was vaporized, completely gone, the scientists saw the fireball which had a temperature equivalent to 5,000–10,000 °C, they felt its heat, one scientist reported they couldn’t see for 30 seconds, which was ironic as almost 30 seconds later the soundwave hit, and many people living nearby felt their windows rattling and saw the fireball in the distance, the bomb was equivalent to 19,000 tons of TNT.</a:t>
            </a:r>
          </a:p>
          <a:p>
            <a:r>
              <a:rPr lang="en-US" dirty="0"/>
              <a:t>On 8:00 o’clock 6</a:t>
            </a:r>
            <a:r>
              <a:rPr lang="en-US" baseline="30000" dirty="0"/>
              <a:t>th</a:t>
            </a:r>
            <a:r>
              <a:rPr lang="en-US" dirty="0"/>
              <a:t> 1945 of august on the city of Hiroshima the Enola gay B-29 bomber (named after the pilot’s mother) dropped the atomic bomb nicknamed little boy on the </a:t>
            </a:r>
            <a:r>
              <a:rPr lang="en-US" dirty="0" err="1"/>
              <a:t>Aioi</a:t>
            </a:r>
            <a:r>
              <a:rPr lang="en-US" dirty="0"/>
              <a:t> bridge, 70,000 people died from day one and another 100,000 would follow suit and die later from the nuke’s radiation, but Japan still wouldn’t surrender so on the ninth of august just 3 days later another bomb was dropped on Nagasaki and a third one was in preparation when Japan surrendered with no conditions, world war 2 was over.</a:t>
            </a:r>
          </a:p>
        </p:txBody>
      </p:sp>
      <p:pic>
        <p:nvPicPr>
          <p:cNvPr id="8" name="Picture 7">
            <a:extLst>
              <a:ext uri="{FF2B5EF4-FFF2-40B4-BE49-F238E27FC236}">
                <a16:creationId xmlns:a16="http://schemas.microsoft.com/office/drawing/2014/main" id="{556FE7AE-BB49-7311-9BD4-7E4B7AE08E1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571753" y="3022332"/>
            <a:ext cx="2516093" cy="3209925"/>
          </a:xfrm>
          <a:prstGeom prst="rect">
            <a:avLst/>
          </a:prstGeom>
        </p:spPr>
      </p:pic>
      <p:pic>
        <p:nvPicPr>
          <p:cNvPr id="11" name="Picture 10">
            <a:extLst>
              <a:ext uri="{FF2B5EF4-FFF2-40B4-BE49-F238E27FC236}">
                <a16:creationId xmlns:a16="http://schemas.microsoft.com/office/drawing/2014/main" id="{9D69A294-BCEF-6271-3B4E-EC80F0396454}"/>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7629525" y="299760"/>
            <a:ext cx="4171950" cy="2190274"/>
          </a:xfrm>
          <a:prstGeom prst="rect">
            <a:avLst/>
          </a:prstGeom>
        </p:spPr>
      </p:pic>
      <p:sp>
        <p:nvSpPr>
          <p:cNvPr id="14" name="TextBox 13">
            <a:extLst>
              <a:ext uri="{FF2B5EF4-FFF2-40B4-BE49-F238E27FC236}">
                <a16:creationId xmlns:a16="http://schemas.microsoft.com/office/drawing/2014/main" id="{783D18B2-D6AB-C4BE-64C5-482A573DAA99}"/>
              </a:ext>
            </a:extLst>
          </p:cNvPr>
          <p:cNvSpPr txBox="1"/>
          <p:nvPr/>
        </p:nvSpPr>
        <p:spPr>
          <a:xfrm>
            <a:off x="8060975" y="6373574"/>
            <a:ext cx="3875548" cy="369332"/>
          </a:xfrm>
          <a:prstGeom prst="rect">
            <a:avLst/>
          </a:prstGeom>
          <a:noFill/>
        </p:spPr>
        <p:txBody>
          <a:bodyPr wrap="none" rtlCol="0">
            <a:spAutoFit/>
          </a:bodyPr>
          <a:lstStyle/>
          <a:p>
            <a:r>
              <a:rPr lang="en-US" dirty="0"/>
              <a:t>Hideki Tojo (Japanese prime minister)</a:t>
            </a:r>
          </a:p>
        </p:txBody>
      </p:sp>
      <p:sp>
        <p:nvSpPr>
          <p:cNvPr id="15" name="TextBox 14">
            <a:extLst>
              <a:ext uri="{FF2B5EF4-FFF2-40B4-BE49-F238E27FC236}">
                <a16:creationId xmlns:a16="http://schemas.microsoft.com/office/drawing/2014/main" id="{CB9CF6E4-DF20-B2F2-EE06-26253E22775F}"/>
              </a:ext>
            </a:extLst>
          </p:cNvPr>
          <p:cNvSpPr txBox="1"/>
          <p:nvPr/>
        </p:nvSpPr>
        <p:spPr>
          <a:xfrm>
            <a:off x="8330896" y="2438412"/>
            <a:ext cx="2997808" cy="369332"/>
          </a:xfrm>
          <a:prstGeom prst="rect">
            <a:avLst/>
          </a:prstGeom>
          <a:noFill/>
        </p:spPr>
        <p:txBody>
          <a:bodyPr wrap="none" rtlCol="0">
            <a:spAutoFit/>
          </a:bodyPr>
          <a:lstStyle/>
          <a:p>
            <a:r>
              <a:rPr lang="en-US" dirty="0"/>
              <a:t>Hirohito (Japanese emperor)</a:t>
            </a:r>
          </a:p>
        </p:txBody>
      </p:sp>
      <mc:AlternateContent xmlns:mc="http://schemas.openxmlformats.org/markup-compatibility/2006" xmlns:p14="http://schemas.microsoft.com/office/powerpoint/2010/main">
        <mc:Choice Requires="p14">
          <p:contentPart p14:bwMode="auto" r:id="rId6">
            <p14:nvContentPartPr>
              <p14:cNvPr id="19" name="Ink 18">
                <a:extLst>
                  <a:ext uri="{FF2B5EF4-FFF2-40B4-BE49-F238E27FC236}">
                    <a16:creationId xmlns:a16="http://schemas.microsoft.com/office/drawing/2014/main" id="{0AF98870-8522-F60D-E56F-4F3583B79139}"/>
                  </a:ext>
                </a:extLst>
              </p14:cNvPr>
              <p14:cNvContentPartPr/>
              <p14:nvPr/>
            </p14:nvContentPartPr>
            <p14:xfrm>
              <a:off x="9198611" y="2949061"/>
              <a:ext cx="308880" cy="689040"/>
            </p14:xfrm>
          </p:contentPart>
        </mc:Choice>
        <mc:Fallback xmlns="">
          <p:pic>
            <p:nvPicPr>
              <p:cNvPr id="19" name="Ink 18">
                <a:extLst>
                  <a:ext uri="{FF2B5EF4-FFF2-40B4-BE49-F238E27FC236}">
                    <a16:creationId xmlns:a16="http://schemas.microsoft.com/office/drawing/2014/main" id="{0AF98870-8522-F60D-E56F-4F3583B79139}"/>
                  </a:ext>
                </a:extLst>
              </p:cNvPr>
              <p:cNvPicPr/>
              <p:nvPr/>
            </p:nvPicPr>
            <p:blipFill>
              <a:blip r:embed="rId7"/>
              <a:stretch>
                <a:fillRect/>
              </a:stretch>
            </p:blipFill>
            <p:spPr>
              <a:xfrm>
                <a:off x="9192491" y="2942941"/>
                <a:ext cx="321120" cy="701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0" name="Ink 19">
                <a:extLst>
                  <a:ext uri="{FF2B5EF4-FFF2-40B4-BE49-F238E27FC236}">
                    <a16:creationId xmlns:a16="http://schemas.microsoft.com/office/drawing/2014/main" id="{C8DA7618-D1D2-FE5F-1BCB-0580ED377643}"/>
                  </a:ext>
                </a:extLst>
              </p14:cNvPr>
              <p14:cNvContentPartPr/>
              <p14:nvPr/>
            </p14:nvContentPartPr>
            <p14:xfrm>
              <a:off x="10162331" y="2990101"/>
              <a:ext cx="371880" cy="791640"/>
            </p14:xfrm>
          </p:contentPart>
        </mc:Choice>
        <mc:Fallback xmlns="">
          <p:pic>
            <p:nvPicPr>
              <p:cNvPr id="20" name="Ink 19">
                <a:extLst>
                  <a:ext uri="{FF2B5EF4-FFF2-40B4-BE49-F238E27FC236}">
                    <a16:creationId xmlns:a16="http://schemas.microsoft.com/office/drawing/2014/main" id="{C8DA7618-D1D2-FE5F-1BCB-0580ED377643}"/>
                  </a:ext>
                </a:extLst>
              </p:cNvPr>
              <p:cNvPicPr/>
              <p:nvPr/>
            </p:nvPicPr>
            <p:blipFill>
              <a:blip r:embed="rId9"/>
              <a:stretch>
                <a:fillRect/>
              </a:stretch>
            </p:blipFill>
            <p:spPr>
              <a:xfrm>
                <a:off x="10156211" y="2983981"/>
                <a:ext cx="384120" cy="8038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1" name="Ink 20">
                <a:extLst>
                  <a:ext uri="{FF2B5EF4-FFF2-40B4-BE49-F238E27FC236}">
                    <a16:creationId xmlns:a16="http://schemas.microsoft.com/office/drawing/2014/main" id="{6A7BAB7C-6F1E-7329-3744-1B624FCE1843}"/>
                  </a:ext>
                </a:extLst>
              </p14:cNvPr>
              <p14:cNvContentPartPr/>
              <p14:nvPr/>
            </p14:nvContentPartPr>
            <p14:xfrm>
              <a:off x="9266265" y="331080"/>
              <a:ext cx="341640" cy="594720"/>
            </p14:xfrm>
          </p:contentPart>
        </mc:Choice>
        <mc:Fallback xmlns="">
          <p:pic>
            <p:nvPicPr>
              <p:cNvPr id="21" name="Ink 20">
                <a:extLst>
                  <a:ext uri="{FF2B5EF4-FFF2-40B4-BE49-F238E27FC236}">
                    <a16:creationId xmlns:a16="http://schemas.microsoft.com/office/drawing/2014/main" id="{6A7BAB7C-6F1E-7329-3744-1B624FCE1843}"/>
                  </a:ext>
                </a:extLst>
              </p:cNvPr>
              <p:cNvPicPr/>
              <p:nvPr/>
            </p:nvPicPr>
            <p:blipFill>
              <a:blip r:embed="rId11"/>
              <a:stretch>
                <a:fillRect/>
              </a:stretch>
            </p:blipFill>
            <p:spPr>
              <a:xfrm>
                <a:off x="9260145" y="324960"/>
                <a:ext cx="353880" cy="606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2" name="Ink 21">
                <a:extLst>
                  <a:ext uri="{FF2B5EF4-FFF2-40B4-BE49-F238E27FC236}">
                    <a16:creationId xmlns:a16="http://schemas.microsoft.com/office/drawing/2014/main" id="{04A87658-A69B-F6B5-AE40-E3BD93A2A1D5}"/>
                  </a:ext>
                </a:extLst>
              </p14:cNvPr>
              <p14:cNvContentPartPr/>
              <p14:nvPr/>
            </p14:nvContentPartPr>
            <p14:xfrm>
              <a:off x="10241865" y="299760"/>
              <a:ext cx="321840" cy="583920"/>
            </p14:xfrm>
          </p:contentPart>
        </mc:Choice>
        <mc:Fallback xmlns="">
          <p:pic>
            <p:nvPicPr>
              <p:cNvPr id="22" name="Ink 21">
                <a:extLst>
                  <a:ext uri="{FF2B5EF4-FFF2-40B4-BE49-F238E27FC236}">
                    <a16:creationId xmlns:a16="http://schemas.microsoft.com/office/drawing/2014/main" id="{04A87658-A69B-F6B5-AE40-E3BD93A2A1D5}"/>
                  </a:ext>
                </a:extLst>
              </p:cNvPr>
              <p:cNvPicPr/>
              <p:nvPr/>
            </p:nvPicPr>
            <p:blipFill>
              <a:blip r:embed="rId13"/>
              <a:stretch>
                <a:fillRect/>
              </a:stretch>
            </p:blipFill>
            <p:spPr>
              <a:xfrm>
                <a:off x="10235745" y="293640"/>
                <a:ext cx="334080" cy="596160"/>
              </a:xfrm>
              <a:prstGeom prst="rect">
                <a:avLst/>
              </a:prstGeom>
            </p:spPr>
          </p:pic>
        </mc:Fallback>
      </mc:AlternateContent>
    </p:spTree>
    <p:extLst>
      <p:ext uri="{BB962C8B-B14F-4D97-AF65-F5344CB8AC3E}">
        <p14:creationId xmlns:p14="http://schemas.microsoft.com/office/powerpoint/2010/main" val="2063988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7CC310-A0E1-326E-3EBB-22FF5DF8A423}"/>
              </a:ext>
            </a:extLst>
          </p:cNvPr>
          <p:cNvSpPr txBox="1"/>
          <p:nvPr/>
        </p:nvSpPr>
        <p:spPr>
          <a:xfrm>
            <a:off x="4629150" y="2828835"/>
            <a:ext cx="2653803" cy="1200329"/>
          </a:xfrm>
          <a:prstGeom prst="rect">
            <a:avLst/>
          </a:prstGeom>
          <a:noFill/>
        </p:spPr>
        <p:txBody>
          <a:bodyPr wrap="none" rtlCol="0">
            <a:spAutoFit/>
          </a:bodyPr>
          <a:lstStyle/>
          <a:p>
            <a:r>
              <a:rPr lang="en-US" dirty="0"/>
              <a:t>Sources:</a:t>
            </a:r>
          </a:p>
          <a:p>
            <a:r>
              <a:rPr lang="en-US" dirty="0"/>
              <a:t>Wikipedia</a:t>
            </a:r>
          </a:p>
          <a:p>
            <a:r>
              <a:rPr lang="en-US" dirty="0"/>
              <a:t>BOMB: by Steve </a:t>
            </a:r>
            <a:r>
              <a:rPr lang="en-US" dirty="0" err="1"/>
              <a:t>Sheinkin</a:t>
            </a:r>
            <a:endParaRPr lang="en-US" dirty="0"/>
          </a:p>
          <a:p>
            <a:r>
              <a:rPr lang="en-US" dirty="0"/>
              <a:t>HowStuffWorks</a:t>
            </a:r>
          </a:p>
        </p:txBody>
      </p:sp>
      <p:sp>
        <p:nvSpPr>
          <p:cNvPr id="12" name="TextBox 11">
            <a:extLst>
              <a:ext uri="{FF2B5EF4-FFF2-40B4-BE49-F238E27FC236}">
                <a16:creationId xmlns:a16="http://schemas.microsoft.com/office/drawing/2014/main" id="{CD8EB346-38BB-67FC-7085-A191C4EB11E6}"/>
              </a:ext>
            </a:extLst>
          </p:cNvPr>
          <p:cNvSpPr txBox="1"/>
          <p:nvPr/>
        </p:nvSpPr>
        <p:spPr>
          <a:xfrm>
            <a:off x="4133850" y="0"/>
            <a:ext cx="6096000" cy="2062103"/>
          </a:xfrm>
          <a:prstGeom prst="rect">
            <a:avLst/>
          </a:prstGeom>
          <a:noFill/>
        </p:spPr>
        <p:txBody>
          <a:bodyPr wrap="square">
            <a:spAutoFit/>
          </a:bodyPr>
          <a:lstStyle/>
          <a:p>
            <a:r>
              <a:rPr lang="en-US" dirty="0"/>
              <a:t>The soviets however were fuming, they sent spies to steal the blueprints, appointed new scientists, created a bomb program and appointed a new leader for the project, essentially building a replica of the American atomic bomb program, and finally, they created an exact copy of the American bomb.</a:t>
            </a:r>
          </a:p>
          <a:p>
            <a:r>
              <a:rPr lang="en-US" dirty="0"/>
              <a:t>And…thus began…</a:t>
            </a:r>
            <a:r>
              <a:rPr lang="en-US" sz="2000" b="1" i="1" u="sng"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outerShdw blurRad="38100" dist="38100" dir="2700000" algn="tl">
                    <a:srgbClr val="000000">
                      <a:alpha val="43137"/>
                    </a:srgbClr>
                  </a:outerShdw>
                </a:effectLst>
                <a:highlight>
                  <a:srgbClr val="00FFFF"/>
                </a:highlight>
              </a:rPr>
              <a:t>THE COLD WAR</a:t>
            </a:r>
            <a:endParaRPr lang="en-US" b="1" i="1" u="sng" dirty="0">
              <a:effectLst>
                <a:outerShdw blurRad="38100" dist="38100" dir="2700000" algn="tl">
                  <a:srgbClr val="000000">
                    <a:alpha val="43137"/>
                  </a:srgbClr>
                </a:outerShdw>
              </a:effectLst>
              <a:highlight>
                <a:srgbClr val="00FFFF"/>
              </a:highlight>
            </a:endParaRPr>
          </a:p>
        </p:txBody>
      </p:sp>
    </p:spTree>
    <p:extLst>
      <p:ext uri="{BB962C8B-B14F-4D97-AF65-F5344CB8AC3E}">
        <p14:creationId xmlns:p14="http://schemas.microsoft.com/office/powerpoint/2010/main" val="31581888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3615</TotalTime>
  <Words>1059</Words>
  <Application>Microsoft Office PowerPoint</Application>
  <PresentationFormat>Widescreen</PresentationFormat>
  <Paragraphs>29</Paragraphs>
  <Slides>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THE ATOMIC BOMB</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Sylvester the cat</dc:creator>
  <cp:lastModifiedBy>Sylvester the cat</cp:lastModifiedBy>
  <cp:revision>3</cp:revision>
  <dcterms:created xsi:type="dcterms:W3CDTF">2026-03-24T14:26:40Z</dcterms:created>
  <dcterms:modified xsi:type="dcterms:W3CDTF">2026-04-22T16:21:58Z</dcterms:modified>
</cp:coreProperties>
</file>